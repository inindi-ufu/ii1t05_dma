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  <p:sldId id="261" r:id="rId3"/>
    <p:sldId id="264" r:id="rId4"/>
    <p:sldId id="267" r:id="rId5"/>
    <p:sldId id="270" r:id="rId6"/>
    <p:sldId id="276" r:id="rId7"/>
    <p:sldId id="278" r:id="rId8"/>
    <p:sldId id="280" r:id="rId9"/>
    <p:sldId id="283" r:id="rId10"/>
    <p:sldId id="289" r:id="rId11"/>
    <p:sldId id="292" r:id="rId12"/>
    <p:sldId id="293" r:id="rId13"/>
    <p:sldId id="295" r:id="rId14"/>
    <p:sldId id="300" r:id="rId15"/>
    <p:sldId id="306" r:id="rId16"/>
    <p:sldId id="308" r:id="rId17"/>
    <p:sldId id="313" r:id="rId18"/>
    <p:sldId id="315" r:id="rId19"/>
    <p:sldId id="317" r:id="rId20"/>
    <p:sldId id="321" r:id="rId21"/>
    <p:sldId id="323" r:id="rId22"/>
    <p:sldId id="329" r:id="rId23"/>
    <p:sldId id="333" r:id="rId24"/>
    <p:sldId id="334" r:id="rId25"/>
    <p:sldId id="335" r:id="rId26"/>
    <p:sldId id="340" r:id="rId27"/>
    <p:sldId id="341" r:id="rId28"/>
    <p:sldId id="343" r:id="rId2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7884FB-4E70-411C-9E5A-0F3795C1E60A}" v="1" dt="2026-04-05T19:46:12.85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5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ué Silva de Morais" userId="f406c2cd-edfc-4057-be10-75858098c663" providerId="ADAL" clId="{DD587564-A78D-4561-8E64-C12CF1DF9BAA}"/>
    <pc:docChg chg="custSel addSld delSld modSld addMainMaster delMainMaster">
      <pc:chgData name="Josué Silva de Morais" userId="f406c2cd-edfc-4057-be10-75858098c663" providerId="ADAL" clId="{DD587564-A78D-4561-8E64-C12CF1DF9BAA}" dt="2026-04-05T23:24:17.937" v="333"/>
      <pc:docMkLst>
        <pc:docMk/>
      </pc:docMkLst>
      <pc:sldChg chg="del">
        <pc:chgData name="Josué Silva de Morais" userId="f406c2cd-edfc-4057-be10-75858098c663" providerId="ADAL" clId="{DD587564-A78D-4561-8E64-C12CF1DF9BAA}" dt="2026-04-05T23:02:23.886" v="1"/>
        <pc:sldMkLst>
          <pc:docMk/>
          <pc:sldMk cId="1409597639" sldId="256"/>
        </pc:sldMkLst>
      </pc:sldChg>
      <pc:sldChg chg="new del">
        <pc:chgData name="Josué Silva de Morais" userId="f406c2cd-edfc-4057-be10-75858098c663" providerId="ADAL" clId="{DD587564-A78D-4561-8E64-C12CF1DF9BAA}" dt="2026-04-05T23:09:25.958" v="5"/>
        <pc:sldMkLst>
          <pc:docMk/>
          <pc:sldMk cId="3710021859" sldId="256"/>
        </pc:sldMkLst>
      </pc:sldChg>
      <pc:sldChg chg="add del">
        <pc:chgData name="Josué Silva de Morais" userId="f406c2cd-edfc-4057-be10-75858098c663" providerId="ADAL" clId="{DD587564-A78D-4561-8E64-C12CF1DF9BAA}" dt="2026-04-05T23:09:15.531" v="2"/>
        <pc:sldMkLst>
          <pc:docMk/>
          <pc:sldMk cId="1369358698" sldId="257"/>
        </pc:sldMkLst>
      </pc:sldChg>
      <pc:sldChg chg="add del">
        <pc:chgData name="Josué Silva de Morais" userId="f406c2cd-edfc-4057-be10-75858098c663" providerId="ADAL" clId="{DD587564-A78D-4561-8E64-C12CF1DF9BAA}" dt="2026-04-05T23:09:31.692" v="7"/>
        <pc:sldMkLst>
          <pc:docMk/>
          <pc:sldMk cId="2975406011" sldId="257"/>
        </pc:sldMkLst>
      </pc:sldChg>
      <pc:sldChg chg="add">
        <pc:chgData name="Josué Silva de Morais" userId="f406c2cd-edfc-4057-be10-75858098c663" providerId="ADAL" clId="{DD587564-A78D-4561-8E64-C12CF1DF9BAA}" dt="2026-04-05T23:09:31.686" v="6"/>
        <pc:sldMkLst>
          <pc:docMk/>
          <pc:sldMk cId="3042819383" sldId="258"/>
        </pc:sldMkLst>
      </pc:sldChg>
      <pc:sldChg chg="new del">
        <pc:chgData name="Josué Silva de Morais" userId="f406c2cd-edfc-4057-be10-75858098c663" providerId="ADAL" clId="{DD587564-A78D-4561-8E64-C12CF1DF9BAA}" dt="2026-04-05T23:09:49.285" v="10"/>
        <pc:sldMkLst>
          <pc:docMk/>
          <pc:sldMk cId="1027386600" sldId="259"/>
        </pc:sldMkLst>
      </pc:sldChg>
      <pc:sldChg chg="add del">
        <pc:chgData name="Josué Silva de Morais" userId="f406c2cd-edfc-4057-be10-75858098c663" providerId="ADAL" clId="{DD587564-A78D-4561-8E64-C12CF1DF9BAA}" dt="2026-04-05T23:09:55.516" v="12"/>
        <pc:sldMkLst>
          <pc:docMk/>
          <pc:sldMk cId="3852096991" sldId="260"/>
        </pc:sldMkLst>
      </pc:sldChg>
      <pc:sldChg chg="add">
        <pc:chgData name="Josué Silva de Morais" userId="f406c2cd-edfc-4057-be10-75858098c663" providerId="ADAL" clId="{DD587564-A78D-4561-8E64-C12CF1DF9BAA}" dt="2026-04-05T23:09:55.514" v="11"/>
        <pc:sldMkLst>
          <pc:docMk/>
          <pc:sldMk cId="1261110100" sldId="261"/>
        </pc:sldMkLst>
      </pc:sldChg>
      <pc:sldChg chg="new del">
        <pc:chgData name="Josué Silva de Morais" userId="f406c2cd-edfc-4057-be10-75858098c663" providerId="ADAL" clId="{DD587564-A78D-4561-8E64-C12CF1DF9BAA}" dt="2026-04-05T23:10:07.578" v="15"/>
        <pc:sldMkLst>
          <pc:docMk/>
          <pc:sldMk cId="1859677405" sldId="262"/>
        </pc:sldMkLst>
      </pc:sldChg>
      <pc:sldChg chg="add del">
        <pc:chgData name="Josué Silva de Morais" userId="f406c2cd-edfc-4057-be10-75858098c663" providerId="ADAL" clId="{DD587564-A78D-4561-8E64-C12CF1DF9BAA}" dt="2026-04-05T23:10:24.361" v="17"/>
        <pc:sldMkLst>
          <pc:docMk/>
          <pc:sldMk cId="3800258429" sldId="263"/>
        </pc:sldMkLst>
      </pc:sldChg>
      <pc:sldChg chg="add">
        <pc:chgData name="Josué Silva de Morais" userId="f406c2cd-edfc-4057-be10-75858098c663" providerId="ADAL" clId="{DD587564-A78D-4561-8E64-C12CF1DF9BAA}" dt="2026-04-05T23:10:24.359" v="16"/>
        <pc:sldMkLst>
          <pc:docMk/>
          <pc:sldMk cId="1986937711" sldId="264"/>
        </pc:sldMkLst>
      </pc:sldChg>
      <pc:sldChg chg="new del">
        <pc:chgData name="Josué Silva de Morais" userId="f406c2cd-edfc-4057-be10-75858098c663" providerId="ADAL" clId="{DD587564-A78D-4561-8E64-C12CF1DF9BAA}" dt="2026-04-05T23:10:37.805" v="20"/>
        <pc:sldMkLst>
          <pc:docMk/>
          <pc:sldMk cId="1133358889" sldId="265"/>
        </pc:sldMkLst>
      </pc:sldChg>
      <pc:sldChg chg="add del">
        <pc:chgData name="Josué Silva de Morais" userId="f406c2cd-edfc-4057-be10-75858098c663" providerId="ADAL" clId="{DD587564-A78D-4561-8E64-C12CF1DF9BAA}" dt="2026-04-05T23:11:18.978" v="22"/>
        <pc:sldMkLst>
          <pc:docMk/>
          <pc:sldMk cId="3996719507" sldId="266"/>
        </pc:sldMkLst>
      </pc:sldChg>
      <pc:sldChg chg="add">
        <pc:chgData name="Josué Silva de Morais" userId="f406c2cd-edfc-4057-be10-75858098c663" providerId="ADAL" clId="{DD587564-A78D-4561-8E64-C12CF1DF9BAA}" dt="2026-04-05T23:11:18.957" v="21"/>
        <pc:sldMkLst>
          <pc:docMk/>
          <pc:sldMk cId="3446340974" sldId="267"/>
        </pc:sldMkLst>
      </pc:sldChg>
      <pc:sldChg chg="new del">
        <pc:chgData name="Josué Silva de Morais" userId="f406c2cd-edfc-4057-be10-75858098c663" providerId="ADAL" clId="{DD587564-A78D-4561-8E64-C12CF1DF9BAA}" dt="2026-04-05T23:11:34.222" v="25"/>
        <pc:sldMkLst>
          <pc:docMk/>
          <pc:sldMk cId="781604068" sldId="268"/>
        </pc:sldMkLst>
      </pc:sldChg>
      <pc:sldChg chg="add del">
        <pc:chgData name="Josué Silva de Morais" userId="f406c2cd-edfc-4057-be10-75858098c663" providerId="ADAL" clId="{DD587564-A78D-4561-8E64-C12CF1DF9BAA}" dt="2026-04-05T23:11:56.292" v="27"/>
        <pc:sldMkLst>
          <pc:docMk/>
          <pc:sldMk cId="597434468" sldId="269"/>
        </pc:sldMkLst>
      </pc:sldChg>
      <pc:sldChg chg="add">
        <pc:chgData name="Josué Silva de Morais" userId="f406c2cd-edfc-4057-be10-75858098c663" providerId="ADAL" clId="{DD587564-A78D-4561-8E64-C12CF1DF9BAA}" dt="2026-04-05T23:11:56.290" v="26"/>
        <pc:sldMkLst>
          <pc:docMk/>
          <pc:sldMk cId="3930128820" sldId="270"/>
        </pc:sldMkLst>
      </pc:sldChg>
      <pc:sldChg chg="new del">
        <pc:chgData name="Josué Silva de Morais" userId="f406c2cd-edfc-4057-be10-75858098c663" providerId="ADAL" clId="{DD587564-A78D-4561-8E64-C12CF1DF9BAA}" dt="2026-04-05T23:12:31.206" v="33"/>
        <pc:sldMkLst>
          <pc:docMk/>
          <pc:sldMk cId="2229281203" sldId="271"/>
        </pc:sldMkLst>
      </pc:sldChg>
      <pc:sldChg chg="new del">
        <pc:chgData name="Josué Silva de Morais" userId="f406c2cd-edfc-4057-be10-75858098c663" providerId="ADAL" clId="{DD587564-A78D-4561-8E64-C12CF1DF9BAA}" dt="2026-04-05T23:12:35.015" v="37"/>
        <pc:sldMkLst>
          <pc:docMk/>
          <pc:sldMk cId="2834447899" sldId="272"/>
        </pc:sldMkLst>
      </pc:sldChg>
      <pc:sldChg chg="new del">
        <pc:chgData name="Josué Silva de Morais" userId="f406c2cd-edfc-4057-be10-75858098c663" providerId="ADAL" clId="{DD587564-A78D-4561-8E64-C12CF1DF9BAA}" dt="2026-04-05T23:13:20.748" v="41"/>
        <pc:sldMkLst>
          <pc:docMk/>
          <pc:sldMk cId="3538550535" sldId="273"/>
        </pc:sldMkLst>
      </pc:sldChg>
      <pc:sldChg chg="new del">
        <pc:chgData name="Josué Silva de Morais" userId="f406c2cd-edfc-4057-be10-75858098c663" providerId="ADAL" clId="{DD587564-A78D-4561-8E64-C12CF1DF9BAA}" dt="2026-04-05T23:13:45.975" v="45"/>
        <pc:sldMkLst>
          <pc:docMk/>
          <pc:sldMk cId="3728483219" sldId="274"/>
        </pc:sldMkLst>
      </pc:sldChg>
      <pc:sldChg chg="add del">
        <pc:chgData name="Josué Silva de Morais" userId="f406c2cd-edfc-4057-be10-75858098c663" providerId="ADAL" clId="{DD587564-A78D-4561-8E64-C12CF1DF9BAA}" dt="2026-04-05T23:12:33.014" v="35"/>
        <pc:sldMkLst>
          <pc:docMk/>
          <pc:sldMk cId="3996526222" sldId="275"/>
        </pc:sldMkLst>
      </pc:sldChg>
      <pc:sldChg chg="add">
        <pc:chgData name="Josué Silva de Morais" userId="f406c2cd-edfc-4057-be10-75858098c663" providerId="ADAL" clId="{DD587564-A78D-4561-8E64-C12CF1DF9BAA}" dt="2026-04-05T23:12:33.008" v="34"/>
        <pc:sldMkLst>
          <pc:docMk/>
          <pc:sldMk cId="1492004512" sldId="276"/>
        </pc:sldMkLst>
      </pc:sldChg>
      <pc:sldChg chg="add del">
        <pc:chgData name="Josué Silva de Morais" userId="f406c2cd-edfc-4057-be10-75858098c663" providerId="ADAL" clId="{DD587564-A78D-4561-8E64-C12CF1DF9BAA}" dt="2026-04-05T23:13:15.662" v="39"/>
        <pc:sldMkLst>
          <pc:docMk/>
          <pc:sldMk cId="3685405565" sldId="277"/>
        </pc:sldMkLst>
      </pc:sldChg>
      <pc:sldChg chg="modSp add mod">
        <pc:chgData name="Josué Silva de Morais" userId="f406c2cd-edfc-4057-be10-75858098c663" providerId="ADAL" clId="{DD587564-A78D-4561-8E64-C12CF1DF9BAA}" dt="2026-04-05T23:20:30.171" v="129" actId="1076"/>
        <pc:sldMkLst>
          <pc:docMk/>
          <pc:sldMk cId="1486740044" sldId="278"/>
        </pc:sldMkLst>
        <pc:spChg chg="mod">
          <ac:chgData name="Josué Silva de Morais" userId="f406c2cd-edfc-4057-be10-75858098c663" providerId="ADAL" clId="{DD587564-A78D-4561-8E64-C12CF1DF9BAA}" dt="2026-04-05T23:18:34.220" v="102" actId="14100"/>
          <ac:spMkLst>
            <pc:docMk/>
            <pc:sldMk cId="1486740044" sldId="278"/>
            <ac:spMk id="15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4-05T23:20:11.764" v="123" actId="14100"/>
          <ac:spMkLst>
            <pc:docMk/>
            <pc:sldMk cId="1486740044" sldId="278"/>
            <ac:spMk id="16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4-05T23:20:08.116" v="122" actId="14100"/>
          <ac:spMkLst>
            <pc:docMk/>
            <pc:sldMk cId="1486740044" sldId="278"/>
            <ac:spMk id="17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4-05T23:20:21.862" v="126" actId="1076"/>
          <ac:spMkLst>
            <pc:docMk/>
            <pc:sldMk cId="1486740044" sldId="278"/>
            <ac:spMk id="19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4-05T23:20:19.242" v="125" actId="1076"/>
          <ac:spMkLst>
            <pc:docMk/>
            <pc:sldMk cId="1486740044" sldId="278"/>
            <ac:spMk id="20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4-05T23:20:16.781" v="124" actId="1076"/>
          <ac:spMkLst>
            <pc:docMk/>
            <pc:sldMk cId="1486740044" sldId="278"/>
            <ac:spMk id="2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4-05T23:20:30.171" v="129" actId="1076"/>
          <ac:spMkLst>
            <pc:docMk/>
            <pc:sldMk cId="1486740044" sldId="278"/>
            <ac:spMk id="22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4-05T23:20:28.109" v="128" actId="1076"/>
          <ac:spMkLst>
            <pc:docMk/>
            <pc:sldMk cId="1486740044" sldId="278"/>
            <ac:spMk id="23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4-05T23:20:25.782" v="127" actId="1076"/>
          <ac:spMkLst>
            <pc:docMk/>
            <pc:sldMk cId="1486740044" sldId="278"/>
            <ac:spMk id="24" creationId="{00000000-0000-0000-0000-000000000000}"/>
          </ac:spMkLst>
        </pc:spChg>
      </pc:sldChg>
      <pc:sldChg chg="add del">
        <pc:chgData name="Josué Silva de Morais" userId="f406c2cd-edfc-4057-be10-75858098c663" providerId="ADAL" clId="{DD587564-A78D-4561-8E64-C12CF1DF9BAA}" dt="2026-04-05T23:13:40.429" v="43"/>
        <pc:sldMkLst>
          <pc:docMk/>
          <pc:sldMk cId="296320287" sldId="279"/>
        </pc:sldMkLst>
      </pc:sldChg>
      <pc:sldChg chg="add">
        <pc:chgData name="Josué Silva de Morais" userId="f406c2cd-edfc-4057-be10-75858098c663" providerId="ADAL" clId="{DD587564-A78D-4561-8E64-C12CF1DF9BAA}" dt="2026-04-05T23:13:40.427" v="42"/>
        <pc:sldMkLst>
          <pc:docMk/>
          <pc:sldMk cId="602442550" sldId="280"/>
        </pc:sldMkLst>
      </pc:sldChg>
      <pc:sldChg chg="add del">
        <pc:chgData name="Josué Silva de Morais" userId="f406c2cd-edfc-4057-be10-75858098c663" providerId="ADAL" clId="{DD587564-A78D-4561-8E64-C12CF1DF9BAA}" dt="2026-04-05T23:13:56.241" v="47"/>
        <pc:sldMkLst>
          <pc:docMk/>
          <pc:sldMk cId="632967945" sldId="281"/>
        </pc:sldMkLst>
      </pc:sldChg>
      <pc:sldChg chg="add del">
        <pc:chgData name="Josué Silva de Morais" userId="f406c2cd-edfc-4057-be10-75858098c663" providerId="ADAL" clId="{DD587564-A78D-4561-8E64-C12CF1DF9BAA}" dt="2026-04-05T23:14:05.454" v="49"/>
        <pc:sldMkLst>
          <pc:docMk/>
          <pc:sldMk cId="3523130235" sldId="282"/>
        </pc:sldMkLst>
      </pc:sldChg>
      <pc:sldChg chg="add">
        <pc:chgData name="Josué Silva de Morais" userId="f406c2cd-edfc-4057-be10-75858098c663" providerId="ADAL" clId="{DD587564-A78D-4561-8E64-C12CF1DF9BAA}" dt="2026-04-05T23:14:05.452" v="48"/>
        <pc:sldMkLst>
          <pc:docMk/>
          <pc:sldMk cId="1696161297" sldId="283"/>
        </pc:sldMkLst>
      </pc:sldChg>
      <pc:sldChg chg="new del">
        <pc:chgData name="Josué Silva de Morais" userId="f406c2cd-edfc-4057-be10-75858098c663" providerId="ADAL" clId="{DD587564-A78D-4561-8E64-C12CF1DF9BAA}" dt="2026-04-05T23:14:33.560" v="55"/>
        <pc:sldMkLst>
          <pc:docMk/>
          <pc:sldMk cId="2657969832" sldId="284"/>
        </pc:sldMkLst>
      </pc:sldChg>
      <pc:sldChg chg="new del">
        <pc:chgData name="Josué Silva de Morais" userId="f406c2cd-edfc-4057-be10-75858098c663" providerId="ADAL" clId="{DD587564-A78D-4561-8E64-C12CF1DF9BAA}" dt="2026-04-05T23:14:37.440" v="59"/>
        <pc:sldMkLst>
          <pc:docMk/>
          <pc:sldMk cId="3071955057" sldId="285"/>
        </pc:sldMkLst>
      </pc:sldChg>
      <pc:sldChg chg="new del">
        <pc:chgData name="Josué Silva de Morais" userId="f406c2cd-edfc-4057-be10-75858098c663" providerId="ADAL" clId="{DD587564-A78D-4561-8E64-C12CF1DF9BAA}" dt="2026-04-05T23:14:38.524" v="61"/>
        <pc:sldMkLst>
          <pc:docMk/>
          <pc:sldMk cId="765743681" sldId="286"/>
        </pc:sldMkLst>
      </pc:sldChg>
      <pc:sldChg chg="new del">
        <pc:chgData name="Josué Silva de Morais" userId="f406c2cd-edfc-4057-be10-75858098c663" providerId="ADAL" clId="{DD587564-A78D-4561-8E64-C12CF1DF9BAA}" dt="2026-04-05T23:15:46.449" v="67"/>
        <pc:sldMkLst>
          <pc:docMk/>
          <pc:sldMk cId="1490863364" sldId="287"/>
        </pc:sldMkLst>
      </pc:sldChg>
      <pc:sldChg chg="add del">
        <pc:chgData name="Josué Silva de Morais" userId="f406c2cd-edfc-4057-be10-75858098c663" providerId="ADAL" clId="{DD587564-A78D-4561-8E64-C12CF1DF9BAA}" dt="2026-04-05T23:14:35.353" v="57"/>
        <pc:sldMkLst>
          <pc:docMk/>
          <pc:sldMk cId="3979298830" sldId="288"/>
        </pc:sldMkLst>
      </pc:sldChg>
      <pc:sldChg chg="add">
        <pc:chgData name="Josué Silva de Morais" userId="f406c2cd-edfc-4057-be10-75858098c663" providerId="ADAL" clId="{DD587564-A78D-4561-8E64-C12CF1DF9BAA}" dt="2026-04-05T23:14:35.351" v="56"/>
        <pc:sldMkLst>
          <pc:docMk/>
          <pc:sldMk cId="142099818" sldId="289"/>
        </pc:sldMkLst>
      </pc:sldChg>
      <pc:sldChg chg="add del">
        <pc:chgData name="Josué Silva de Morais" userId="f406c2cd-edfc-4057-be10-75858098c663" providerId="ADAL" clId="{DD587564-A78D-4561-8E64-C12CF1DF9BAA}" dt="2026-04-05T23:15:13.809" v="63"/>
        <pc:sldMkLst>
          <pc:docMk/>
          <pc:sldMk cId="413400289" sldId="290"/>
        </pc:sldMkLst>
      </pc:sldChg>
      <pc:sldChg chg="add del">
        <pc:chgData name="Josué Silva de Morais" userId="f406c2cd-edfc-4057-be10-75858098c663" providerId="ADAL" clId="{DD587564-A78D-4561-8E64-C12CF1DF9BAA}" dt="2026-04-05T23:15:40.615" v="65"/>
        <pc:sldMkLst>
          <pc:docMk/>
          <pc:sldMk cId="2618616644" sldId="291"/>
        </pc:sldMkLst>
      </pc:sldChg>
      <pc:sldChg chg="add">
        <pc:chgData name="Josué Silva de Morais" userId="f406c2cd-edfc-4057-be10-75858098c663" providerId="ADAL" clId="{DD587564-A78D-4561-8E64-C12CF1DF9BAA}" dt="2026-04-05T23:15:13.807" v="62"/>
        <pc:sldMkLst>
          <pc:docMk/>
          <pc:sldMk cId="3785799697" sldId="292"/>
        </pc:sldMkLst>
      </pc:sldChg>
      <pc:sldChg chg="add">
        <pc:chgData name="Josué Silva de Morais" userId="f406c2cd-edfc-4057-be10-75858098c663" providerId="ADAL" clId="{DD587564-A78D-4561-8E64-C12CF1DF9BAA}" dt="2026-04-05T23:15:40.613" v="64"/>
        <pc:sldMkLst>
          <pc:docMk/>
          <pc:sldMk cId="3473748505" sldId="293"/>
        </pc:sldMkLst>
      </pc:sldChg>
      <pc:sldChg chg="add del">
        <pc:chgData name="Josué Silva de Morais" userId="f406c2cd-edfc-4057-be10-75858098c663" providerId="ADAL" clId="{DD587564-A78D-4561-8E64-C12CF1DF9BAA}" dt="2026-04-05T23:16:07.594" v="69"/>
        <pc:sldMkLst>
          <pc:docMk/>
          <pc:sldMk cId="2515989421" sldId="294"/>
        </pc:sldMkLst>
      </pc:sldChg>
      <pc:sldChg chg="add">
        <pc:chgData name="Josué Silva de Morais" userId="f406c2cd-edfc-4057-be10-75858098c663" providerId="ADAL" clId="{DD587564-A78D-4561-8E64-C12CF1DF9BAA}" dt="2026-04-05T23:16:07.590" v="68"/>
        <pc:sldMkLst>
          <pc:docMk/>
          <pc:sldMk cId="1606375661" sldId="295"/>
        </pc:sldMkLst>
      </pc:sldChg>
      <pc:sldChg chg="new del">
        <pc:chgData name="Josué Silva de Morais" userId="f406c2cd-edfc-4057-be10-75858098c663" providerId="ADAL" clId="{DD587564-A78D-4561-8E64-C12CF1DF9BAA}" dt="2026-04-05T23:16:46.679" v="74"/>
        <pc:sldMkLst>
          <pc:docMk/>
          <pc:sldMk cId="2969090575" sldId="296"/>
        </pc:sldMkLst>
      </pc:sldChg>
      <pc:sldChg chg="new del">
        <pc:chgData name="Josué Silva de Morais" userId="f406c2cd-edfc-4057-be10-75858098c663" providerId="ADAL" clId="{DD587564-A78D-4561-8E64-C12CF1DF9BAA}" dt="2026-04-05T23:16:50.306" v="78"/>
        <pc:sldMkLst>
          <pc:docMk/>
          <pc:sldMk cId="4040494108" sldId="297"/>
        </pc:sldMkLst>
      </pc:sldChg>
      <pc:sldChg chg="new del">
        <pc:chgData name="Josué Silva de Morais" userId="f406c2cd-edfc-4057-be10-75858098c663" providerId="ADAL" clId="{DD587564-A78D-4561-8E64-C12CF1DF9BAA}" dt="2026-04-05T23:17:32.194" v="90"/>
        <pc:sldMkLst>
          <pc:docMk/>
          <pc:sldMk cId="640586086" sldId="298"/>
        </pc:sldMkLst>
      </pc:sldChg>
      <pc:sldChg chg="add del">
        <pc:chgData name="Josué Silva de Morais" userId="f406c2cd-edfc-4057-be10-75858098c663" providerId="ADAL" clId="{DD587564-A78D-4561-8E64-C12CF1DF9BAA}" dt="2026-04-05T23:16:48.482" v="76"/>
        <pc:sldMkLst>
          <pc:docMk/>
          <pc:sldMk cId="3627941909" sldId="299"/>
        </pc:sldMkLst>
      </pc:sldChg>
      <pc:sldChg chg="add">
        <pc:chgData name="Josué Silva de Morais" userId="f406c2cd-edfc-4057-be10-75858098c663" providerId="ADAL" clId="{DD587564-A78D-4561-8E64-C12CF1DF9BAA}" dt="2026-04-05T23:16:48.478" v="75"/>
        <pc:sldMkLst>
          <pc:docMk/>
          <pc:sldMk cId="2398827307" sldId="300"/>
        </pc:sldMkLst>
      </pc:sldChg>
      <pc:sldChg chg="add del">
        <pc:chgData name="Josué Silva de Morais" userId="f406c2cd-edfc-4057-be10-75858098c663" providerId="ADAL" clId="{DD587564-A78D-4561-8E64-C12CF1DF9BAA}" dt="2026-04-05T23:17:13.486" v="80"/>
        <pc:sldMkLst>
          <pc:docMk/>
          <pc:sldMk cId="1648111229" sldId="301"/>
        </pc:sldMkLst>
      </pc:sldChg>
      <pc:sldChg chg="add del">
        <pc:chgData name="Josué Silva de Morais" userId="f406c2cd-edfc-4057-be10-75858098c663" providerId="ADAL" clId="{DD587564-A78D-4561-8E64-C12CF1DF9BAA}" dt="2026-04-05T23:17:23.292" v="82"/>
        <pc:sldMkLst>
          <pc:docMk/>
          <pc:sldMk cId="1875265191" sldId="302"/>
        </pc:sldMkLst>
      </pc:sldChg>
      <pc:sldChg chg="add del">
        <pc:chgData name="Josué Silva de Morais" userId="f406c2cd-edfc-4057-be10-75858098c663" providerId="ADAL" clId="{DD587564-A78D-4561-8E64-C12CF1DF9BAA}" dt="2026-04-05T23:17:24.534" v="84"/>
        <pc:sldMkLst>
          <pc:docMk/>
          <pc:sldMk cId="723365277" sldId="303"/>
        </pc:sldMkLst>
      </pc:sldChg>
      <pc:sldChg chg="add del">
        <pc:chgData name="Josué Silva de Morais" userId="f406c2cd-edfc-4057-be10-75858098c663" providerId="ADAL" clId="{DD587564-A78D-4561-8E64-C12CF1DF9BAA}" dt="2026-04-05T23:17:25.882" v="86"/>
        <pc:sldMkLst>
          <pc:docMk/>
          <pc:sldMk cId="304759259" sldId="304"/>
        </pc:sldMkLst>
      </pc:sldChg>
      <pc:sldChg chg="add del">
        <pc:chgData name="Josué Silva de Morais" userId="f406c2cd-edfc-4057-be10-75858098c663" providerId="ADAL" clId="{DD587564-A78D-4561-8E64-C12CF1DF9BAA}" dt="2026-04-05T23:17:26.948" v="88"/>
        <pc:sldMkLst>
          <pc:docMk/>
          <pc:sldMk cId="1011573537" sldId="305"/>
        </pc:sldMkLst>
      </pc:sldChg>
      <pc:sldChg chg="add">
        <pc:chgData name="Josué Silva de Morais" userId="f406c2cd-edfc-4057-be10-75858098c663" providerId="ADAL" clId="{DD587564-A78D-4561-8E64-C12CF1DF9BAA}" dt="2026-04-05T23:17:26.938" v="87"/>
        <pc:sldMkLst>
          <pc:docMk/>
          <pc:sldMk cId="3503496967" sldId="306"/>
        </pc:sldMkLst>
      </pc:sldChg>
      <pc:sldChg chg="add del">
        <pc:chgData name="Josué Silva de Morais" userId="f406c2cd-edfc-4057-be10-75858098c663" providerId="ADAL" clId="{DD587564-A78D-4561-8E64-C12CF1DF9BAA}" dt="2026-04-05T23:17:49.962" v="92"/>
        <pc:sldMkLst>
          <pc:docMk/>
          <pc:sldMk cId="854543606" sldId="307"/>
        </pc:sldMkLst>
      </pc:sldChg>
      <pc:sldChg chg="add">
        <pc:chgData name="Josué Silva de Morais" userId="f406c2cd-edfc-4057-be10-75858098c663" providerId="ADAL" clId="{DD587564-A78D-4561-8E64-C12CF1DF9BAA}" dt="2026-04-05T23:17:49.958" v="91"/>
        <pc:sldMkLst>
          <pc:docMk/>
          <pc:sldMk cId="2937002370" sldId="308"/>
        </pc:sldMkLst>
      </pc:sldChg>
      <pc:sldChg chg="new del">
        <pc:chgData name="Josué Silva de Morais" userId="f406c2cd-edfc-4057-be10-75858098c663" providerId="ADAL" clId="{DD587564-A78D-4561-8E64-C12CF1DF9BAA}" dt="2026-04-05T23:18:14.968" v="97"/>
        <pc:sldMkLst>
          <pc:docMk/>
          <pc:sldMk cId="244319579" sldId="309"/>
        </pc:sldMkLst>
      </pc:sldChg>
      <pc:sldChg chg="new del">
        <pc:chgData name="Josué Silva de Morais" userId="f406c2cd-edfc-4057-be10-75858098c663" providerId="ADAL" clId="{DD587564-A78D-4561-8E64-C12CF1DF9BAA}" dt="2026-04-05T23:18:18.288" v="101"/>
        <pc:sldMkLst>
          <pc:docMk/>
          <pc:sldMk cId="423143549" sldId="310"/>
        </pc:sldMkLst>
      </pc:sldChg>
      <pc:sldChg chg="new del">
        <pc:chgData name="Josué Silva de Morais" userId="f406c2cd-edfc-4057-be10-75858098c663" providerId="ADAL" clId="{DD587564-A78D-4561-8E64-C12CF1DF9BAA}" dt="2026-04-05T23:18:42.427" v="106"/>
        <pc:sldMkLst>
          <pc:docMk/>
          <pc:sldMk cId="332518033" sldId="311"/>
        </pc:sldMkLst>
      </pc:sldChg>
      <pc:sldChg chg="add del">
        <pc:chgData name="Josué Silva de Morais" userId="f406c2cd-edfc-4057-be10-75858098c663" providerId="ADAL" clId="{DD587564-A78D-4561-8E64-C12CF1DF9BAA}" dt="2026-04-05T23:18:16.480" v="99"/>
        <pc:sldMkLst>
          <pc:docMk/>
          <pc:sldMk cId="2540992357" sldId="312"/>
        </pc:sldMkLst>
      </pc:sldChg>
      <pc:sldChg chg="add">
        <pc:chgData name="Josué Silva de Morais" userId="f406c2cd-edfc-4057-be10-75858098c663" providerId="ADAL" clId="{DD587564-A78D-4561-8E64-C12CF1DF9BAA}" dt="2026-04-05T23:18:16.478" v="98"/>
        <pc:sldMkLst>
          <pc:docMk/>
          <pc:sldMk cId="1791860071" sldId="313"/>
        </pc:sldMkLst>
      </pc:sldChg>
      <pc:sldChg chg="add del">
        <pc:chgData name="Josué Silva de Morais" userId="f406c2cd-edfc-4057-be10-75858098c663" providerId="ADAL" clId="{DD587564-A78D-4561-8E64-C12CF1DF9BAA}" dt="2026-04-05T23:18:38.088" v="104"/>
        <pc:sldMkLst>
          <pc:docMk/>
          <pc:sldMk cId="1459453877" sldId="314"/>
        </pc:sldMkLst>
      </pc:sldChg>
      <pc:sldChg chg="add">
        <pc:chgData name="Josué Silva de Morais" userId="f406c2cd-edfc-4057-be10-75858098c663" providerId="ADAL" clId="{DD587564-A78D-4561-8E64-C12CF1DF9BAA}" dt="2026-04-05T23:18:38.083" v="103"/>
        <pc:sldMkLst>
          <pc:docMk/>
          <pc:sldMk cId="312025839" sldId="315"/>
        </pc:sldMkLst>
      </pc:sldChg>
      <pc:sldChg chg="add del">
        <pc:chgData name="Josué Silva de Morais" userId="f406c2cd-edfc-4057-be10-75858098c663" providerId="ADAL" clId="{DD587564-A78D-4561-8E64-C12CF1DF9BAA}" dt="2026-04-05T23:19:26.306" v="108"/>
        <pc:sldMkLst>
          <pc:docMk/>
          <pc:sldMk cId="3300614443" sldId="316"/>
        </pc:sldMkLst>
      </pc:sldChg>
      <pc:sldChg chg="add">
        <pc:chgData name="Josué Silva de Morais" userId="f406c2cd-edfc-4057-be10-75858098c663" providerId="ADAL" clId="{DD587564-A78D-4561-8E64-C12CF1DF9BAA}" dt="2026-04-05T23:19:26.301" v="107"/>
        <pc:sldMkLst>
          <pc:docMk/>
          <pc:sldMk cId="2559964663" sldId="317"/>
        </pc:sldMkLst>
      </pc:sldChg>
      <pc:sldChg chg="new del">
        <pc:chgData name="Josué Silva de Morais" userId="f406c2cd-edfc-4057-be10-75858098c663" providerId="ADAL" clId="{DD587564-A78D-4561-8E64-C12CF1DF9BAA}" dt="2026-04-05T23:19:58.842" v="114"/>
        <pc:sldMkLst>
          <pc:docMk/>
          <pc:sldMk cId="2249330332" sldId="318"/>
        </pc:sldMkLst>
      </pc:sldChg>
      <pc:sldChg chg="new del">
        <pc:chgData name="Josué Silva de Morais" userId="f406c2cd-edfc-4057-be10-75858098c663" providerId="ADAL" clId="{DD587564-A78D-4561-8E64-C12CF1DF9BAA}" dt="2026-04-05T23:20:03.601" v="120"/>
        <pc:sldMkLst>
          <pc:docMk/>
          <pc:sldMk cId="1952711334" sldId="319"/>
        </pc:sldMkLst>
      </pc:sldChg>
      <pc:sldChg chg="add del">
        <pc:chgData name="Josué Silva de Morais" userId="f406c2cd-edfc-4057-be10-75858098c663" providerId="ADAL" clId="{DD587564-A78D-4561-8E64-C12CF1DF9BAA}" dt="2026-04-05T23:20:01.692" v="117"/>
        <pc:sldMkLst>
          <pc:docMk/>
          <pc:sldMk cId="561501402" sldId="320"/>
        </pc:sldMkLst>
      </pc:sldChg>
      <pc:sldChg chg="add">
        <pc:chgData name="Josué Silva de Morais" userId="f406c2cd-edfc-4057-be10-75858098c663" providerId="ADAL" clId="{DD587564-A78D-4561-8E64-C12CF1DF9BAA}" dt="2026-04-05T23:20:01.690" v="116"/>
        <pc:sldMkLst>
          <pc:docMk/>
          <pc:sldMk cId="445354612" sldId="321"/>
        </pc:sldMkLst>
      </pc:sldChg>
      <pc:sldChg chg="add del">
        <pc:chgData name="Josué Silva de Morais" userId="f406c2cd-edfc-4057-be10-75858098c663" providerId="ADAL" clId="{DD587564-A78D-4561-8E64-C12CF1DF9BAA}" dt="2026-04-05T23:20:43.381" v="131"/>
        <pc:sldMkLst>
          <pc:docMk/>
          <pc:sldMk cId="1015553581" sldId="322"/>
        </pc:sldMkLst>
      </pc:sldChg>
      <pc:sldChg chg="add">
        <pc:chgData name="Josué Silva de Morais" userId="f406c2cd-edfc-4057-be10-75858098c663" providerId="ADAL" clId="{DD587564-A78D-4561-8E64-C12CF1DF9BAA}" dt="2026-04-05T23:20:43.378" v="130"/>
        <pc:sldMkLst>
          <pc:docMk/>
          <pc:sldMk cId="4075069638" sldId="323"/>
        </pc:sldMkLst>
      </pc:sldChg>
      <pc:sldChg chg="new del">
        <pc:chgData name="Josué Silva de Morais" userId="f406c2cd-edfc-4057-be10-75858098c663" providerId="ADAL" clId="{DD587564-A78D-4561-8E64-C12CF1DF9BAA}" dt="2026-04-05T23:21:20.943" v="137"/>
        <pc:sldMkLst>
          <pc:docMk/>
          <pc:sldMk cId="952619460" sldId="324"/>
        </pc:sldMkLst>
      </pc:sldChg>
      <pc:sldChg chg="new del">
        <pc:chgData name="Josué Silva de Morais" userId="f406c2cd-edfc-4057-be10-75858098c663" providerId="ADAL" clId="{DD587564-A78D-4561-8E64-C12CF1DF9BAA}" dt="2026-04-05T23:21:24.116" v="141"/>
        <pc:sldMkLst>
          <pc:docMk/>
          <pc:sldMk cId="2858479647" sldId="325"/>
        </pc:sldMkLst>
      </pc:sldChg>
      <pc:sldChg chg="new del">
        <pc:chgData name="Josué Silva de Morais" userId="f406c2cd-edfc-4057-be10-75858098c663" providerId="ADAL" clId="{DD587564-A78D-4561-8E64-C12CF1DF9BAA}" dt="2026-04-05T23:21:25.450" v="143"/>
        <pc:sldMkLst>
          <pc:docMk/>
          <pc:sldMk cId="1763311768" sldId="326"/>
        </pc:sldMkLst>
      </pc:sldChg>
      <pc:sldChg chg="new del">
        <pc:chgData name="Josué Silva de Morais" userId="f406c2cd-edfc-4057-be10-75858098c663" providerId="ADAL" clId="{DD587564-A78D-4561-8E64-C12CF1DF9BAA}" dt="2026-04-05T23:21:27.260" v="145"/>
        <pc:sldMkLst>
          <pc:docMk/>
          <pc:sldMk cId="2703555974" sldId="327"/>
        </pc:sldMkLst>
      </pc:sldChg>
      <pc:sldChg chg="add del">
        <pc:chgData name="Josué Silva de Morais" userId="f406c2cd-edfc-4057-be10-75858098c663" providerId="ADAL" clId="{DD587564-A78D-4561-8E64-C12CF1DF9BAA}" dt="2026-04-05T23:21:22.345" v="139"/>
        <pc:sldMkLst>
          <pc:docMk/>
          <pc:sldMk cId="3044085574" sldId="328"/>
        </pc:sldMkLst>
      </pc:sldChg>
      <pc:sldChg chg="add">
        <pc:chgData name="Josué Silva de Morais" userId="f406c2cd-edfc-4057-be10-75858098c663" providerId="ADAL" clId="{DD587564-A78D-4561-8E64-C12CF1DF9BAA}" dt="2026-04-05T23:21:22.342" v="138"/>
        <pc:sldMkLst>
          <pc:docMk/>
          <pc:sldMk cId="3717178438" sldId="329"/>
        </pc:sldMkLst>
      </pc:sldChg>
      <pc:sldChg chg="add del">
        <pc:chgData name="Josué Silva de Morais" userId="f406c2cd-edfc-4057-be10-75858098c663" providerId="ADAL" clId="{DD587564-A78D-4561-8E64-C12CF1DF9BAA}" dt="2026-04-05T23:22:17.640" v="147"/>
        <pc:sldMkLst>
          <pc:docMk/>
          <pc:sldMk cId="4258686820" sldId="330"/>
        </pc:sldMkLst>
      </pc:sldChg>
      <pc:sldChg chg="add del">
        <pc:chgData name="Josué Silva de Morais" userId="f406c2cd-edfc-4057-be10-75858098c663" providerId="ADAL" clId="{DD587564-A78D-4561-8E64-C12CF1DF9BAA}" dt="2026-04-05T23:23:00.595" v="149"/>
        <pc:sldMkLst>
          <pc:docMk/>
          <pc:sldMk cId="2703683911" sldId="331"/>
        </pc:sldMkLst>
      </pc:sldChg>
      <pc:sldChg chg="add del">
        <pc:chgData name="Josué Silva de Morais" userId="f406c2cd-edfc-4057-be10-75858098c663" providerId="ADAL" clId="{DD587564-A78D-4561-8E64-C12CF1DF9BAA}" dt="2026-04-05T23:23:26.215" v="151"/>
        <pc:sldMkLst>
          <pc:docMk/>
          <pc:sldMk cId="739396159" sldId="332"/>
        </pc:sldMkLst>
      </pc:sldChg>
      <pc:sldChg chg="add">
        <pc:chgData name="Josué Silva de Morais" userId="f406c2cd-edfc-4057-be10-75858098c663" providerId="ADAL" clId="{DD587564-A78D-4561-8E64-C12CF1DF9BAA}" dt="2026-04-05T23:22:17.636" v="146"/>
        <pc:sldMkLst>
          <pc:docMk/>
          <pc:sldMk cId="2780069752" sldId="333"/>
        </pc:sldMkLst>
      </pc:sldChg>
      <pc:sldChg chg="add">
        <pc:chgData name="Josué Silva de Morais" userId="f406c2cd-edfc-4057-be10-75858098c663" providerId="ADAL" clId="{DD587564-A78D-4561-8E64-C12CF1DF9BAA}" dt="2026-04-05T23:23:00.592" v="148"/>
        <pc:sldMkLst>
          <pc:docMk/>
          <pc:sldMk cId="2860557448" sldId="334"/>
        </pc:sldMkLst>
      </pc:sldChg>
      <pc:sldChg chg="add">
        <pc:chgData name="Josué Silva de Morais" userId="f406c2cd-edfc-4057-be10-75858098c663" providerId="ADAL" clId="{DD587564-A78D-4561-8E64-C12CF1DF9BAA}" dt="2026-04-05T23:23:26.212" v="150"/>
        <pc:sldMkLst>
          <pc:docMk/>
          <pc:sldMk cId="2737560169" sldId="335"/>
        </pc:sldMkLst>
      </pc:sldChg>
      <pc:sldChg chg="new del">
        <pc:chgData name="Josué Silva de Morais" userId="f406c2cd-edfc-4057-be10-75858098c663" providerId="ADAL" clId="{DD587564-A78D-4561-8E64-C12CF1DF9BAA}" dt="2026-04-05T23:23:53.032" v="156"/>
        <pc:sldMkLst>
          <pc:docMk/>
          <pc:sldMk cId="2655641116" sldId="336"/>
        </pc:sldMkLst>
      </pc:sldChg>
      <pc:sldChg chg="new del">
        <pc:chgData name="Josué Silva de Morais" userId="f406c2cd-edfc-4057-be10-75858098c663" providerId="ADAL" clId="{DD587564-A78D-4561-8E64-C12CF1DF9BAA}" dt="2026-04-05T23:23:56.663" v="160"/>
        <pc:sldMkLst>
          <pc:docMk/>
          <pc:sldMk cId="304708126" sldId="337"/>
        </pc:sldMkLst>
      </pc:sldChg>
      <pc:sldChg chg="new del">
        <pc:chgData name="Josué Silva de Morais" userId="f406c2cd-edfc-4057-be10-75858098c663" providerId="ADAL" clId="{DD587564-A78D-4561-8E64-C12CF1DF9BAA}" dt="2026-04-05T23:24:13.949" v="331"/>
        <pc:sldMkLst>
          <pc:docMk/>
          <pc:sldMk cId="2719195838" sldId="338"/>
        </pc:sldMkLst>
      </pc:sldChg>
      <pc:sldChg chg="add del">
        <pc:chgData name="Josué Silva de Morais" userId="f406c2cd-edfc-4057-be10-75858098c663" providerId="ADAL" clId="{DD587564-A78D-4561-8E64-C12CF1DF9BAA}" dt="2026-04-05T23:23:55.049" v="158"/>
        <pc:sldMkLst>
          <pc:docMk/>
          <pc:sldMk cId="2940627375" sldId="339"/>
        </pc:sldMkLst>
      </pc:sldChg>
      <pc:sldChg chg="add">
        <pc:chgData name="Josué Silva de Morais" userId="f406c2cd-edfc-4057-be10-75858098c663" providerId="ADAL" clId="{DD587564-A78D-4561-8E64-C12CF1DF9BAA}" dt="2026-04-05T23:23:55.046" v="157"/>
        <pc:sldMkLst>
          <pc:docMk/>
          <pc:sldMk cId="3596897581" sldId="340"/>
        </pc:sldMkLst>
      </pc:sldChg>
      <pc:sldChg chg="addSp modSp add mod">
        <pc:chgData name="Josué Silva de Morais" userId="f406c2cd-edfc-4057-be10-75858098c663" providerId="ADAL" clId="{DD587564-A78D-4561-8E64-C12CF1DF9BAA}" dt="2026-04-05T23:24:08.987" v="329"/>
        <pc:sldMkLst>
          <pc:docMk/>
          <pc:sldMk cId="648962055" sldId="341"/>
        </pc:sldMkLst>
        <pc:graphicFrameChg chg="add modGraphic">
          <ac:chgData name="Josué Silva de Morais" userId="f406c2cd-edfc-4057-be10-75858098c663" providerId="ADAL" clId="{DD587564-A78D-4561-8E64-C12CF1DF9BAA}" dt="2026-04-05T23:24:08.987" v="329"/>
          <ac:graphicFrameMkLst>
            <pc:docMk/>
            <pc:sldMk cId="648962055" sldId="341"/>
            <ac:graphicFrameMk id="4" creationId="{F030EC84-FA9C-437C-B6BB-EDFCBF40A715}"/>
          </ac:graphicFrameMkLst>
        </pc:graphicFrameChg>
      </pc:sldChg>
      <pc:sldChg chg="add del">
        <pc:chgData name="Josué Silva de Morais" userId="f406c2cd-edfc-4057-be10-75858098c663" providerId="ADAL" clId="{DD587564-A78D-4561-8E64-C12CF1DF9BAA}" dt="2026-04-05T23:24:17.937" v="333"/>
        <pc:sldMkLst>
          <pc:docMk/>
          <pc:sldMk cId="3011870827" sldId="342"/>
        </pc:sldMkLst>
      </pc:sldChg>
      <pc:sldChg chg="add">
        <pc:chgData name="Josué Silva de Morais" userId="f406c2cd-edfc-4057-be10-75858098c663" providerId="ADAL" clId="{DD587564-A78D-4561-8E64-C12CF1DF9BAA}" dt="2026-04-05T23:24:17.935" v="332"/>
        <pc:sldMkLst>
          <pc:docMk/>
          <pc:sldMk cId="2084593571" sldId="343"/>
        </pc:sldMkLst>
      </pc:sldChg>
      <pc:sldMasterChg chg="del delSldLayout">
        <pc:chgData name="Josué Silva de Morais" userId="f406c2cd-edfc-4057-be10-75858098c663" providerId="ADAL" clId="{DD587564-A78D-4561-8E64-C12CF1DF9BAA}" dt="2026-04-05T23:02:23.886" v="1"/>
        <pc:sldMasterMkLst>
          <pc:docMk/>
          <pc:sldMasterMk cId="1764006848" sldId="2147483648"/>
        </pc:sldMasterMkLst>
        <pc:sldLayoutChg chg="del">
          <pc:chgData name="Josué Silva de Morais" userId="f406c2cd-edfc-4057-be10-75858098c663" providerId="ADAL" clId="{DD587564-A78D-4561-8E64-C12CF1DF9BAA}" dt="2026-04-05T23:02:23.886" v="1"/>
          <pc:sldLayoutMkLst>
            <pc:docMk/>
            <pc:sldMasterMk cId="1764006848" sldId="2147483648"/>
            <pc:sldLayoutMk cId="1965330775" sldId="2147483649"/>
          </pc:sldLayoutMkLst>
        </pc:sldLayoutChg>
        <pc:sldLayoutChg chg="del">
          <pc:chgData name="Josué Silva de Morais" userId="f406c2cd-edfc-4057-be10-75858098c663" providerId="ADAL" clId="{DD587564-A78D-4561-8E64-C12CF1DF9BAA}" dt="2026-04-05T23:02:23.886" v="1"/>
          <pc:sldLayoutMkLst>
            <pc:docMk/>
            <pc:sldMasterMk cId="1764006848" sldId="2147483648"/>
            <pc:sldLayoutMk cId="3446177079" sldId="2147483650"/>
          </pc:sldLayoutMkLst>
        </pc:sldLayoutChg>
        <pc:sldLayoutChg chg="del">
          <pc:chgData name="Josué Silva de Morais" userId="f406c2cd-edfc-4057-be10-75858098c663" providerId="ADAL" clId="{DD587564-A78D-4561-8E64-C12CF1DF9BAA}" dt="2026-04-05T23:02:23.886" v="1"/>
          <pc:sldLayoutMkLst>
            <pc:docMk/>
            <pc:sldMasterMk cId="1764006848" sldId="2147483648"/>
            <pc:sldLayoutMk cId="2690918153" sldId="2147483651"/>
          </pc:sldLayoutMkLst>
        </pc:sldLayoutChg>
        <pc:sldLayoutChg chg="del">
          <pc:chgData name="Josué Silva de Morais" userId="f406c2cd-edfc-4057-be10-75858098c663" providerId="ADAL" clId="{DD587564-A78D-4561-8E64-C12CF1DF9BAA}" dt="2026-04-05T23:02:23.886" v="1"/>
          <pc:sldLayoutMkLst>
            <pc:docMk/>
            <pc:sldMasterMk cId="1764006848" sldId="2147483648"/>
            <pc:sldLayoutMk cId="3286416837" sldId="2147483652"/>
          </pc:sldLayoutMkLst>
        </pc:sldLayoutChg>
        <pc:sldLayoutChg chg="del">
          <pc:chgData name="Josué Silva de Morais" userId="f406c2cd-edfc-4057-be10-75858098c663" providerId="ADAL" clId="{DD587564-A78D-4561-8E64-C12CF1DF9BAA}" dt="2026-04-05T23:02:23.886" v="1"/>
          <pc:sldLayoutMkLst>
            <pc:docMk/>
            <pc:sldMasterMk cId="1764006848" sldId="2147483648"/>
            <pc:sldLayoutMk cId="4196897338" sldId="2147483653"/>
          </pc:sldLayoutMkLst>
        </pc:sldLayoutChg>
        <pc:sldLayoutChg chg="del">
          <pc:chgData name="Josué Silva de Morais" userId="f406c2cd-edfc-4057-be10-75858098c663" providerId="ADAL" clId="{DD587564-A78D-4561-8E64-C12CF1DF9BAA}" dt="2026-04-05T23:02:23.886" v="1"/>
          <pc:sldLayoutMkLst>
            <pc:docMk/>
            <pc:sldMasterMk cId="1764006848" sldId="2147483648"/>
            <pc:sldLayoutMk cId="1948294442" sldId="2147483654"/>
          </pc:sldLayoutMkLst>
        </pc:sldLayoutChg>
        <pc:sldLayoutChg chg="del">
          <pc:chgData name="Josué Silva de Morais" userId="f406c2cd-edfc-4057-be10-75858098c663" providerId="ADAL" clId="{DD587564-A78D-4561-8E64-C12CF1DF9BAA}" dt="2026-04-05T23:02:23.886" v="1"/>
          <pc:sldLayoutMkLst>
            <pc:docMk/>
            <pc:sldMasterMk cId="1764006848" sldId="2147483648"/>
            <pc:sldLayoutMk cId="2925656647" sldId="2147483655"/>
          </pc:sldLayoutMkLst>
        </pc:sldLayoutChg>
        <pc:sldLayoutChg chg="del">
          <pc:chgData name="Josué Silva de Morais" userId="f406c2cd-edfc-4057-be10-75858098c663" providerId="ADAL" clId="{DD587564-A78D-4561-8E64-C12CF1DF9BAA}" dt="2026-04-05T23:02:23.886" v="1"/>
          <pc:sldLayoutMkLst>
            <pc:docMk/>
            <pc:sldMasterMk cId="1764006848" sldId="2147483648"/>
            <pc:sldLayoutMk cId="1965120487" sldId="2147483656"/>
          </pc:sldLayoutMkLst>
        </pc:sldLayoutChg>
        <pc:sldLayoutChg chg="del">
          <pc:chgData name="Josué Silva de Morais" userId="f406c2cd-edfc-4057-be10-75858098c663" providerId="ADAL" clId="{DD587564-A78D-4561-8E64-C12CF1DF9BAA}" dt="2026-04-05T23:02:23.886" v="1"/>
          <pc:sldLayoutMkLst>
            <pc:docMk/>
            <pc:sldMasterMk cId="1764006848" sldId="2147483648"/>
            <pc:sldLayoutMk cId="2274897871" sldId="2147483657"/>
          </pc:sldLayoutMkLst>
        </pc:sldLayoutChg>
        <pc:sldLayoutChg chg="del">
          <pc:chgData name="Josué Silva de Morais" userId="f406c2cd-edfc-4057-be10-75858098c663" providerId="ADAL" clId="{DD587564-A78D-4561-8E64-C12CF1DF9BAA}" dt="2026-04-05T23:02:23.886" v="1"/>
          <pc:sldLayoutMkLst>
            <pc:docMk/>
            <pc:sldMasterMk cId="1764006848" sldId="2147483648"/>
            <pc:sldLayoutMk cId="2845976729" sldId="2147483658"/>
          </pc:sldLayoutMkLst>
        </pc:sldLayoutChg>
        <pc:sldLayoutChg chg="del">
          <pc:chgData name="Josué Silva de Morais" userId="f406c2cd-edfc-4057-be10-75858098c663" providerId="ADAL" clId="{DD587564-A78D-4561-8E64-C12CF1DF9BAA}" dt="2026-04-05T23:02:23.886" v="1"/>
          <pc:sldLayoutMkLst>
            <pc:docMk/>
            <pc:sldMasterMk cId="1764006848" sldId="2147483648"/>
            <pc:sldLayoutMk cId="811607179" sldId="2147483659"/>
          </pc:sldLayoutMkLst>
        </pc:sldLayoutChg>
      </pc:sldMasterChg>
      <pc:sldMasterChg chg="add addSldLayout">
        <pc:chgData name="Josué Silva de Morais" userId="f406c2cd-edfc-4057-be10-75858098c663" providerId="ADAL" clId="{DD587564-A78D-4561-8E64-C12CF1DF9BAA}" dt="2026-04-05T23:02:23.868" v="0"/>
        <pc:sldMasterMkLst>
          <pc:docMk/>
          <pc:sldMasterMk cId="1764006848" sldId="2147483660"/>
        </pc:sldMasterMkLst>
        <pc:sldLayoutChg chg="add">
          <pc:chgData name="Josué Silva de Morais" userId="f406c2cd-edfc-4057-be10-75858098c663" providerId="ADAL" clId="{DD587564-A78D-4561-8E64-C12CF1DF9BAA}" dt="2026-04-05T23:02:23.868" v="0"/>
          <pc:sldLayoutMkLst>
            <pc:docMk/>
            <pc:sldMasterMk cId="1764006848" sldId="2147483660"/>
            <pc:sldLayoutMk cId="1965330775" sldId="2147483661"/>
          </pc:sldLayoutMkLst>
        </pc:sldLayoutChg>
        <pc:sldLayoutChg chg="add">
          <pc:chgData name="Josué Silva de Morais" userId="f406c2cd-edfc-4057-be10-75858098c663" providerId="ADAL" clId="{DD587564-A78D-4561-8E64-C12CF1DF9BAA}" dt="2026-04-05T23:02:23.868" v="0"/>
          <pc:sldLayoutMkLst>
            <pc:docMk/>
            <pc:sldMasterMk cId="1764006848" sldId="2147483660"/>
            <pc:sldLayoutMk cId="3446177079" sldId="2147483662"/>
          </pc:sldLayoutMkLst>
        </pc:sldLayoutChg>
        <pc:sldLayoutChg chg="add">
          <pc:chgData name="Josué Silva de Morais" userId="f406c2cd-edfc-4057-be10-75858098c663" providerId="ADAL" clId="{DD587564-A78D-4561-8E64-C12CF1DF9BAA}" dt="2026-04-05T23:02:23.868" v="0"/>
          <pc:sldLayoutMkLst>
            <pc:docMk/>
            <pc:sldMasterMk cId="1764006848" sldId="2147483660"/>
            <pc:sldLayoutMk cId="2690918153" sldId="2147483663"/>
          </pc:sldLayoutMkLst>
        </pc:sldLayoutChg>
        <pc:sldLayoutChg chg="add">
          <pc:chgData name="Josué Silva de Morais" userId="f406c2cd-edfc-4057-be10-75858098c663" providerId="ADAL" clId="{DD587564-A78D-4561-8E64-C12CF1DF9BAA}" dt="2026-04-05T23:02:23.868" v="0"/>
          <pc:sldLayoutMkLst>
            <pc:docMk/>
            <pc:sldMasterMk cId="1764006848" sldId="2147483660"/>
            <pc:sldLayoutMk cId="3286416837" sldId="2147483664"/>
          </pc:sldLayoutMkLst>
        </pc:sldLayoutChg>
        <pc:sldLayoutChg chg="add">
          <pc:chgData name="Josué Silva de Morais" userId="f406c2cd-edfc-4057-be10-75858098c663" providerId="ADAL" clId="{DD587564-A78D-4561-8E64-C12CF1DF9BAA}" dt="2026-04-05T23:02:23.868" v="0"/>
          <pc:sldLayoutMkLst>
            <pc:docMk/>
            <pc:sldMasterMk cId="1764006848" sldId="2147483660"/>
            <pc:sldLayoutMk cId="4196897338" sldId="2147483665"/>
          </pc:sldLayoutMkLst>
        </pc:sldLayoutChg>
        <pc:sldLayoutChg chg="add">
          <pc:chgData name="Josué Silva de Morais" userId="f406c2cd-edfc-4057-be10-75858098c663" providerId="ADAL" clId="{DD587564-A78D-4561-8E64-C12CF1DF9BAA}" dt="2026-04-05T23:02:23.868" v="0"/>
          <pc:sldLayoutMkLst>
            <pc:docMk/>
            <pc:sldMasterMk cId="1764006848" sldId="2147483660"/>
            <pc:sldLayoutMk cId="1948294442" sldId="2147483666"/>
          </pc:sldLayoutMkLst>
        </pc:sldLayoutChg>
        <pc:sldLayoutChg chg="add">
          <pc:chgData name="Josué Silva de Morais" userId="f406c2cd-edfc-4057-be10-75858098c663" providerId="ADAL" clId="{DD587564-A78D-4561-8E64-C12CF1DF9BAA}" dt="2026-04-05T23:02:23.868" v="0"/>
          <pc:sldLayoutMkLst>
            <pc:docMk/>
            <pc:sldMasterMk cId="1764006848" sldId="2147483660"/>
            <pc:sldLayoutMk cId="2925656647" sldId="2147483667"/>
          </pc:sldLayoutMkLst>
        </pc:sldLayoutChg>
        <pc:sldLayoutChg chg="add">
          <pc:chgData name="Josué Silva de Morais" userId="f406c2cd-edfc-4057-be10-75858098c663" providerId="ADAL" clId="{DD587564-A78D-4561-8E64-C12CF1DF9BAA}" dt="2026-04-05T23:02:23.868" v="0"/>
          <pc:sldLayoutMkLst>
            <pc:docMk/>
            <pc:sldMasterMk cId="1764006848" sldId="2147483660"/>
            <pc:sldLayoutMk cId="1965120487" sldId="2147483668"/>
          </pc:sldLayoutMkLst>
        </pc:sldLayoutChg>
        <pc:sldLayoutChg chg="add">
          <pc:chgData name="Josué Silva de Morais" userId="f406c2cd-edfc-4057-be10-75858098c663" providerId="ADAL" clId="{DD587564-A78D-4561-8E64-C12CF1DF9BAA}" dt="2026-04-05T23:02:23.868" v="0"/>
          <pc:sldLayoutMkLst>
            <pc:docMk/>
            <pc:sldMasterMk cId="1764006848" sldId="2147483660"/>
            <pc:sldLayoutMk cId="2274897871" sldId="2147483669"/>
          </pc:sldLayoutMkLst>
        </pc:sldLayoutChg>
        <pc:sldLayoutChg chg="add">
          <pc:chgData name="Josué Silva de Morais" userId="f406c2cd-edfc-4057-be10-75858098c663" providerId="ADAL" clId="{DD587564-A78D-4561-8E64-C12CF1DF9BAA}" dt="2026-04-05T23:02:23.868" v="0"/>
          <pc:sldLayoutMkLst>
            <pc:docMk/>
            <pc:sldMasterMk cId="1764006848" sldId="2147483660"/>
            <pc:sldLayoutMk cId="2845976729" sldId="2147483670"/>
          </pc:sldLayoutMkLst>
        </pc:sldLayoutChg>
        <pc:sldLayoutChg chg="add">
          <pc:chgData name="Josué Silva de Morais" userId="f406c2cd-edfc-4057-be10-75858098c663" providerId="ADAL" clId="{DD587564-A78D-4561-8E64-C12CF1DF9BAA}" dt="2026-04-05T23:02:23.868" v="0"/>
          <pc:sldLayoutMkLst>
            <pc:docMk/>
            <pc:sldMasterMk cId="1764006848" sldId="2147483660"/>
            <pc:sldLayoutMk cId="811607179" sldId="2147483671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C12431-E6F4-C927-42AB-CA57029841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598D30E-F0F5-9002-BCFD-701DEB4A00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DC46DF-9CC0-9683-3C79-3140120CF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72FF2-16A1-4202-8442-182C4D4ABFA1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9A74D4C-D664-8DFD-8E6C-9F5A72D41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5F94D49-0610-5074-EA26-2B3B5DE33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30805-8A53-4A71-B899-145B8B79438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53307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AD4816-7FCB-7948-A3D9-94E7BB286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3DAD9CE-48FD-ACD6-9B11-BC572D9CD4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9C15ACA-C481-3BF8-62A3-9D02A9721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72FF2-16A1-4202-8442-182C4D4ABFA1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0FCB14E-71F1-1A4E-3F87-B0330811A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A468DF-DB7E-F110-AF4B-C5BAB0FA0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30805-8A53-4A71-B899-145B8B79438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61770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ADC4D1-84F8-E274-CDAC-354EB9767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3C39BB7-F19E-E1B1-419C-5341BB2F42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60426C3-9014-EF32-F325-536555000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72FF2-16A1-4202-8442-182C4D4ABFA1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FB95AD1-7683-5364-21CC-049F598C6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22C4A8F-75C5-1044-3F2C-61C7BE14E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30805-8A53-4A71-B899-145B8B79438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90918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96537A-7E4D-F780-E4DE-D7D4714A5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799B4F0-57EE-A1C0-3A27-29CD4EA0C5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82B53A0-6BDB-3221-B9E3-94868EFB2A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2459EBC-81E4-7073-37BF-ABDD68CEA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72FF2-16A1-4202-8442-182C4D4ABFA1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F9C5C01-B56F-AF6D-D5C3-40A6D1AF1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D067B7E-E1E2-4569-0816-E40FD9E6D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30805-8A53-4A71-B899-145B8B79438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6416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B736CE-1A56-897C-D916-D71F04B32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3465344-B61D-E391-9BD1-1796553ABE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700E601-2EBF-A4EA-9351-70D95A565F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B80F5A4C-C9C8-E56F-AC6C-A6F9FABAC6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7816987-3E8B-4AF6-99E9-290B092668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2E20C350-DBF8-86A7-FB3E-EC43D97ED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72FF2-16A1-4202-8442-182C4D4ABFA1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9C51D98F-CF05-CC1D-50DE-E3D3EB138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C443F743-1F5D-941C-09CC-7B4F131FD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30805-8A53-4A71-B899-145B8B79438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68973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2D65D6-7185-48BB-0A4B-D20FFCF1F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297D20ED-7DD8-9B86-440D-E064F3A8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72FF2-16A1-4202-8442-182C4D4ABFA1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FEEC290-B432-3B66-8AED-ADC3DD3D1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E27F8876-AD91-7914-29C7-9AE7942C6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30805-8A53-4A71-B899-145B8B79438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82944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52E44A3A-BE14-429E-D0D9-B341F75A6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72FF2-16A1-4202-8442-182C4D4ABFA1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8A2966E5-131A-F9A3-C249-150C018B2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890A2F3-F5E2-C358-822B-C16D82F8F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30805-8A53-4A71-B899-145B8B79438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25656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BE54B5-B33D-EEDC-1FF0-D9848158A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FD0F23-F98A-DAB8-DE8C-F8F9575731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794F9E0-B173-0941-E3A9-47F8974D9A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E1FAE1D-9DB3-F939-EB6D-38C733625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72FF2-16A1-4202-8442-182C4D4ABFA1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931C95F-6D7C-F4F6-3078-BDCDFB809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A5C5955-4D50-E1A3-ACB9-BC77A43CE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30805-8A53-4A71-B899-145B8B79438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5120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A7C5B0-EC3A-585E-B53E-82C7D1642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5BD68B8-4EB3-E145-5DAD-32BC1CDFEF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4FA8D84-2C68-720A-7A22-0804C07B3D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A5A5608-5B35-C7FD-529D-6201F0EF0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72FF2-16A1-4202-8442-182C4D4ABFA1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D8D6FE8-EE17-384B-290D-6D4EB1FFE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BE7E6E7-714C-402E-467B-3E2598A4B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30805-8A53-4A71-B899-145B8B79438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74897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9A7210-1923-42F2-862C-A4A47874D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83D65A2-6907-3352-2AA6-3AFE583D68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56D898C-5CE4-9EED-83CD-19D9C6AD8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72FF2-16A1-4202-8442-182C4D4ABFA1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07611CD-70F4-4526-01FD-A8250226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9B8DD13-73DE-E3B8-D3A1-C9493237F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30805-8A53-4A71-B899-145B8B79438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5976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D6E45CA-6DE6-4A18-A3AD-C6D09A949F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4546479-937C-C7B4-49CB-DECEBF0063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D22F28C-632D-2E5F-B951-376998362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72FF2-16A1-4202-8442-182C4D4ABFA1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375C31D-DEAA-CE37-80D8-6C228FCCB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E428F30-D14C-38C7-319B-9F043FFBDA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30805-8A53-4A71-B899-145B8B79438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11607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D1117"/>
            </a:gs>
            <a:gs pos="100000">
              <a:srgbClr val="161B2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A22AB37F-E426-650C-69EF-AA08F9FB9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91CDFC4-F059-27F1-4B6A-CD525681DB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CAC2107-FC22-9511-3DF3-E0C24730DD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872FF2-16A1-4202-8442-182C4D4ABFA1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82DC034-EFFB-5D79-8F59-F2C29353A6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21F6360-DE0B-25E7-A944-93D3F64F6A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F30805-8A53-4A71-B899-145B8B794383}" type="slidenum">
              <a:rPr lang="pt-BR" smtClean="0"/>
              <a:t>‹nº›</a:t>
            </a:fld>
            <a:endParaRPr lang="pt-BR"/>
          </a:p>
        </p:txBody>
      </p:sp>
      <p:sp>
        <p:nvSpPr>
          <p:cNvPr id="900" name="AccentBar"/>
          <p:cNvSpPr/>
          <p:nvPr userDrawn="1"/>
        </p:nvSpPr>
        <p:spPr>
          <a:xfrm>
            <a:off x="0" y="6740525"/>
            <a:ext cx="12192000" cy="117475"/>
          </a:xfrm>
          <a:prstGeom prst="rect">
            <a:avLst/>
          </a:prstGeom>
          <a:gradFill>
            <a:gsLst>
              <a:gs pos="0">
                <a:srgbClr val="58A6FF"/>
              </a:gs>
              <a:gs pos="50000">
                <a:srgbClr val="3FB950"/>
              </a:gs>
              <a:gs pos="100000">
                <a:srgbClr val="D2A8FF"/>
              </a:gs>
            </a:gsLst>
            <a:lin ang="0" scaled="1"/>
          </a:gradFill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901" name="SideAccent"/>
          <p:cNvSpPr/>
          <p:nvPr userDrawn="1"/>
        </p:nvSpPr>
        <p:spPr>
          <a:xfrm>
            <a:off x="0" y="0"/>
            <a:ext cx="57150" cy="6858000"/>
          </a:xfrm>
          <a:prstGeom prst="rect">
            <a:avLst/>
          </a:prstGeom>
          <a:gradFill>
            <a:gsLst>
              <a:gs pos="0">
                <a:srgbClr val="58A6FF">
                  <a:alpha val="80000"/>
                </a:srgbClr>
              </a:gs>
              <a:gs pos="100000">
                <a:srgbClr val="3FB950">
                  <a:alpha val="30000"/>
                </a:srgbClr>
              </a:gs>
            </a:gsLst>
            <a:lin ang="5400000" scaled="1"/>
          </a:gradFill>
          <a:ln w="0">
            <a:noFill/>
          </a:ln>
        </p:spPr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40068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F0F0F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C9D1D9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C9D1D9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C9D1D9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C9D1D9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C9D1D9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C9D1D9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C9D1D9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C9D1D9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C9D1D9"/>
          </a:solidFill>
          <a:latin typeface="+mn-lt"/>
          <a:ea typeface="+mn-ea"/>
          <a:cs typeface="+mn-cs"/>
        </a:defRPr>
      </a:lvl9pPr>
    </p:bodyStyle>
    <p:otherStyle>
      <a:defPPr>
        <a:defRPr lang="pt-BR">
          <a:solidFill>
            <a:srgbClr val="C9D1D9"/>
          </a:solidFill>
        </a:defRPr>
      </a:defPPr>
      <a:lvl1pPr marL="0" algn="l" defTabSz="914400" rtl="0" eaLnBrk="1" latinLnBrk="0" hangingPunct="1">
        <a:defRPr sz="1800" kern="1200">
          <a:solidFill>
            <a:srgbClr val="C9D1D9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rgbClr val="C9D1D9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rgbClr val="C9D1D9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rgbClr val="C9D1D9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rgbClr val="C9D1D9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rgbClr val="C9D1D9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rgbClr val="C9D1D9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rgbClr val="C9D1D9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rgbClr val="C9D1D9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7ACE2D-E0D6-564D-7A5A-BBDB065427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buNone/>
            </a:pPr>
            <a:r>
              <a:rPr lang="pt-BR" sz="3600" b="1" dirty="0">
                <a:solidFill>
                  <a:srgbClr val="58A6FF"/>
                </a:solidFill>
              </a:rPr>
              <a:t>DMA</a:t>
            </a:r>
            <a:r>
              <a:rPr lang="pt-BR" sz="3600" b="1" dirty="0">
                <a:solidFill>
                  <a:srgbClr val="F0F0F0"/>
                </a:solidFill>
              </a:rPr>
              <a:t> na </a:t>
            </a:r>
            <a:r>
              <a:rPr lang="pt-BR" sz="3600" b="1" dirty="0">
                <a:solidFill>
                  <a:srgbClr val="3FB950"/>
                </a:solidFill>
              </a:rPr>
              <a:t>ESP32-S3</a:t>
            </a:r>
          </a:p>
          <a:p>
            <a:pPr algn="ctr">
              <a:buNone/>
            </a:pPr>
            <a:r>
              <a:rPr lang="pt-BR" sz="2000" dirty="0">
                <a:solidFill>
                  <a:srgbClr val="C9D1D9"/>
                </a:solidFill>
              </a:rPr>
              <a:t>Direct Memory Access com PlatformIO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F17D7B1-8696-5451-808A-88AA24F03F0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buNone/>
            </a:pPr>
            <a:r>
              <a:rPr lang="pt-BR" sz="1600" dirty="0">
                <a:solidFill>
                  <a:srgbClr val="8B949E"/>
                </a:solidFill>
              </a:rPr>
              <a:t>Arquitetura | Fluxo de Dados | Leitura Analógica | Aplicações Práticas</a:t>
            </a:r>
          </a:p>
          <a:p>
            <a:pPr algn="ctr">
              <a:buNone/>
            </a:pPr>
            <a:r>
              <a:rPr lang="pt-BR" sz="1400" dirty="0">
                <a:solidFill>
                  <a:srgbClr val="58A6FF"/>
                </a:solidFill>
              </a:rPr>
              <a:t>Engenharia de Sistemas Embarcados</a:t>
            </a:r>
          </a:p>
        </p:txBody>
      </p:sp>
    </p:spTree>
    <p:extLst>
      <p:ext uri="{BB962C8B-B14F-4D97-AF65-F5344CB8AC3E}">
        <p14:creationId xmlns:p14="http://schemas.microsoft.com/office/powerpoint/2010/main" val="3042819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9C96BB-3129-C833-AAA8-D5C7B5AE0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buNone/>
            </a:pPr>
            <a:r>
              <a:rPr lang="pt-BR" sz="3600" b="1" dirty="0">
                <a:solidFill>
                  <a:srgbClr val="58A6FF"/>
                </a:solidFill>
              </a:rPr>
              <a:t>01</a:t>
            </a:r>
            <a:r>
              <a:rPr lang="pt-BR" sz="3600" b="1" dirty="0">
                <a:solidFill>
                  <a:srgbClr val="F0F0F0"/>
                </a:solidFill>
              </a:rPr>
              <a:t> — Fundamentos de DMA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FDB5370-952E-ED37-10F6-7471E193E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>
              <a:buNone/>
            </a:pPr>
            <a:r>
              <a:rPr lang="pt-BR" sz="1800" dirty="0">
                <a:solidFill>
                  <a:srgbClr val="8B949E"/>
                </a:solidFill>
              </a:rPr>
              <a:t>O que é Direct Memory Access e por que é essencial</a:t>
            </a:r>
          </a:p>
        </p:txBody>
      </p:sp>
    </p:spTree>
    <p:extLst>
      <p:ext uri="{BB962C8B-B14F-4D97-AF65-F5344CB8AC3E}">
        <p14:creationId xmlns:p14="http://schemas.microsoft.com/office/powerpoint/2010/main" val="12611101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A12B58-6521-F3D7-66AA-54838C071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pt-BR" sz="2800" b="1" dirty="0">
                <a:solidFill>
                  <a:srgbClr val="F0F0F0"/>
                </a:solidFill>
              </a:rPr>
              <a:t>O que é DMA?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48970C-01A1-8B74-EBA0-5C7BAF3DF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1600" b="1" dirty="0">
                <a:solidFill>
                  <a:srgbClr val="58A6FF"/>
                </a:solidFill>
              </a:rPr>
              <a:t>Direct Memory Access (DMA)</a:t>
            </a:r>
          </a:p>
          <a:p>
            <a:pPr marL="0" indent="0">
              <a:buNone/>
            </a:pPr>
            <a:r>
              <a:rPr lang="pt-BR" sz="1500" dirty="0">
                <a:solidFill>
                  <a:srgbClr val="C9D1D9"/>
                </a:solidFill>
              </a:rPr>
              <a:t>Mecanismo de hardware que permite transferência de dados entre periféricos e memória sem intervenção da CPU.</a:t>
            </a:r>
          </a:p>
          <a:p>
            <a:pPr marL="0" indent="0">
              <a:buNone/>
            </a:pPr>
            <a:endParaRPr lang="pt-BR" sz="800" dirty="0"/>
          </a:p>
          <a:p>
            <a:pPr marL="0" indent="0">
              <a:buNone/>
            </a:pPr>
            <a:r>
              <a:rPr lang="pt-BR" sz="1500" b="1" dirty="0">
                <a:solidFill>
                  <a:srgbClr val="3FB950"/>
                </a:solidFill>
              </a:rPr>
              <a:t>Conceito Central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Controlador dedicado no barramento do sistema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Opera em paralelo com a CPU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Gerencia transferências bloco a bloco automaticamente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Sinaliza conclusão via interrupção (IRQ)</a:t>
            </a:r>
          </a:p>
          <a:p>
            <a:pPr marL="0" indent="0">
              <a:buNone/>
            </a:pPr>
            <a:endParaRPr lang="pt-BR" sz="800" dirty="0"/>
          </a:p>
          <a:p>
            <a:pPr marL="0" indent="0">
              <a:buNone/>
            </a:pPr>
            <a:r>
              <a:rPr lang="pt-BR" sz="1500" b="1" dirty="0">
                <a:solidFill>
                  <a:srgbClr val="F78166"/>
                </a:solidFill>
              </a:rPr>
              <a:t>Analogia</a:t>
            </a:r>
          </a:p>
          <a:p>
            <a:pPr marL="0" indent="0">
              <a:buNone/>
            </a:pPr>
            <a:r>
              <a:rPr lang="pt-BR" sz="1400" dirty="0">
                <a:solidFill>
                  <a:srgbClr val="8B949E"/>
                </a:solidFill>
              </a:rPr>
              <a:t>Imagine um gerente (CPU) que delega o transporte de caixas a um assistente (DMA), ficando livre para tomar decisões estratégicas.</a:t>
            </a:r>
          </a:p>
        </p:txBody>
      </p:sp>
    </p:spTree>
    <p:extLst>
      <p:ext uri="{BB962C8B-B14F-4D97-AF65-F5344CB8AC3E}">
        <p14:creationId xmlns:p14="http://schemas.microsoft.com/office/powerpoint/2010/main" val="19869377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6EE474-734B-ECB4-5E84-629968767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pt-BR" sz="2800" b="1" dirty="0">
                <a:solidFill>
                  <a:srgbClr val="F0F0F0"/>
                </a:solidFill>
              </a:rPr>
              <a:t>CPU-Driven vs DMA — Comparação Visual</a:t>
            </a:r>
          </a:p>
        </p:txBody>
      </p:sp>
      <p:sp>
        <p:nvSpPr>
          <p:cNvPr id="50" name="LabelTraditional"/>
          <p:cNvSpPr/>
          <p:nvPr/>
        </p:nvSpPr>
        <p:spPr>
          <a:xfrm>
            <a:off x="457200" y="1219200"/>
            <a:ext cx="5029200" cy="365760"/>
          </a:xfrm>
          <a:prstGeom prst="rect">
            <a:avLst/>
          </a:prstGeom>
          <a:noFill/>
          <a:ln w="0">
            <a:noFill/>
          </a:ln>
        </p:spPr>
        <p:txBody>
          <a:bodyPr wrap="square" anchor="ctr"/>
          <a:lstStyle/>
          <a:p>
            <a:pPr>
              <a:buNone/>
            </a:pPr>
            <a:r>
              <a:rPr lang="pt-BR" sz="1600" b="1" dirty="0">
                <a:solidFill>
                  <a:srgbClr val="F78166"/>
                </a:solidFill>
              </a:rPr>
              <a:t>❌ Acesso Tradicional (CPU-Driven)</a:t>
            </a:r>
          </a:p>
        </p:txBody>
      </p:sp>
      <p:sp>
        <p:nvSpPr>
          <p:cNvPr id="51" name="Periferico1"/>
          <p:cNvSpPr/>
          <p:nvPr/>
        </p:nvSpPr>
        <p:spPr>
          <a:xfrm>
            <a:off x="457200" y="1676400"/>
            <a:ext cx="1371600" cy="548640"/>
          </a:xfrm>
          <a:prstGeom prst="roundRect">
            <a:avLst/>
          </a:prstGeom>
          <a:solidFill>
            <a:srgbClr val="21262D"/>
          </a:solidFill>
          <a:ln w="0">
            <a:noFill/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pt-BR" sz="1400" b="1" dirty="0">
                <a:solidFill>
                  <a:srgbClr val="F78166"/>
                </a:solidFill>
              </a:rPr>
              <a:t>Periférico
(ADC/SPI)</a:t>
            </a:r>
          </a:p>
        </p:txBody>
      </p:sp>
      <p:sp>
        <p:nvSpPr>
          <p:cNvPr id="52" name="Arrow1"/>
          <p:cNvSpPr/>
          <p:nvPr/>
        </p:nvSpPr>
        <p:spPr>
          <a:xfrm>
            <a:off x="1920240" y="1859280"/>
            <a:ext cx="457200" cy="274320"/>
          </a:xfrm>
          <a:prstGeom prst="rightArrow">
            <a:avLst/>
          </a:prstGeom>
          <a:solidFill>
            <a:srgbClr val="F78166"/>
          </a:solidFill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53" name="CPU1"/>
          <p:cNvSpPr/>
          <p:nvPr/>
        </p:nvSpPr>
        <p:spPr>
          <a:xfrm>
            <a:off x="2468880" y="1676400"/>
            <a:ext cx="1371600" cy="548640"/>
          </a:xfrm>
          <a:prstGeom prst="roundRect">
            <a:avLst/>
          </a:prstGeom>
          <a:solidFill>
            <a:srgbClr val="3D1F00"/>
          </a:solidFill>
          <a:ln w="0">
            <a:noFill/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pt-BR" sz="1400" b="1" dirty="0">
                <a:solidFill>
                  <a:srgbClr val="F78166"/>
                </a:solidFill>
              </a:rPr>
              <a:t>CPU
(Ocupada!)</a:t>
            </a:r>
          </a:p>
        </p:txBody>
      </p:sp>
      <p:sp>
        <p:nvSpPr>
          <p:cNvPr id="54" name="Arrow2"/>
          <p:cNvSpPr/>
          <p:nvPr/>
        </p:nvSpPr>
        <p:spPr>
          <a:xfrm>
            <a:off x="3932280" y="1859280"/>
            <a:ext cx="457200" cy="274320"/>
          </a:xfrm>
          <a:prstGeom prst="rightArrow">
            <a:avLst/>
          </a:prstGeom>
          <a:solidFill>
            <a:srgbClr val="F78166"/>
          </a:solidFill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55" name="Mem1"/>
          <p:cNvSpPr/>
          <p:nvPr/>
        </p:nvSpPr>
        <p:spPr>
          <a:xfrm>
            <a:off x="4480920" y="1676400"/>
            <a:ext cx="1371600" cy="548640"/>
          </a:xfrm>
          <a:prstGeom prst="roundRect">
            <a:avLst/>
          </a:prstGeom>
          <a:solidFill>
            <a:srgbClr val="21262D"/>
          </a:solidFill>
          <a:ln w="0">
            <a:noFill/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pt-BR" sz="1400" b="1" dirty="0">
                <a:solidFill>
                  <a:srgbClr val="F78166"/>
                </a:solidFill>
              </a:rPr>
              <a:t>Memória
(RAM)</a:t>
            </a:r>
          </a:p>
        </p:txBody>
      </p:sp>
      <p:sp>
        <p:nvSpPr>
          <p:cNvPr id="60" name="LabelDMA"/>
          <p:cNvSpPr/>
          <p:nvPr/>
        </p:nvSpPr>
        <p:spPr>
          <a:xfrm>
            <a:off x="457200" y="2743200"/>
            <a:ext cx="5029200" cy="365760"/>
          </a:xfrm>
          <a:prstGeom prst="rect">
            <a:avLst/>
          </a:prstGeom>
          <a:noFill/>
          <a:ln w="0">
            <a:noFill/>
          </a:ln>
        </p:spPr>
        <p:txBody>
          <a:bodyPr wrap="square" anchor="ctr"/>
          <a:lstStyle/>
          <a:p>
            <a:pPr>
              <a:buNone/>
            </a:pPr>
            <a:r>
              <a:rPr lang="pt-BR" sz="1600" b="1" dirty="0">
                <a:solidFill>
                  <a:srgbClr val="3FB950"/>
                </a:solidFill>
              </a:rPr>
              <a:t>✅ Acesso com DMA</a:t>
            </a:r>
          </a:p>
        </p:txBody>
      </p:sp>
      <p:sp>
        <p:nvSpPr>
          <p:cNvPr id="61" name="Periferico2"/>
          <p:cNvSpPr/>
          <p:nvPr/>
        </p:nvSpPr>
        <p:spPr>
          <a:xfrm>
            <a:off x="457200" y="3200400"/>
            <a:ext cx="1371600" cy="548640"/>
          </a:xfrm>
          <a:prstGeom prst="roundRect">
            <a:avLst/>
          </a:prstGeom>
          <a:solidFill>
            <a:srgbClr val="0D2818"/>
          </a:solidFill>
          <a:ln w="0">
            <a:noFill/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pt-BR" sz="1400" b="1" dirty="0">
                <a:solidFill>
                  <a:srgbClr val="3FB950"/>
                </a:solidFill>
              </a:rPr>
              <a:t>Periférico
(ADC/SPI)</a:t>
            </a:r>
          </a:p>
        </p:txBody>
      </p:sp>
      <p:sp>
        <p:nvSpPr>
          <p:cNvPr id="62" name="Arrow3"/>
          <p:cNvSpPr/>
          <p:nvPr/>
        </p:nvSpPr>
        <p:spPr>
          <a:xfrm>
            <a:off x="1920240" y="3383280"/>
            <a:ext cx="457200" cy="274320"/>
          </a:xfrm>
          <a:prstGeom prst="rightArrow">
            <a:avLst/>
          </a:prstGeom>
          <a:solidFill>
            <a:srgbClr val="3FB950"/>
          </a:solidFill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63" name="DMA"/>
          <p:cNvSpPr/>
          <p:nvPr/>
        </p:nvSpPr>
        <p:spPr>
          <a:xfrm>
            <a:off x="2468880" y="3200400"/>
            <a:ext cx="1371600" cy="548640"/>
          </a:xfrm>
          <a:prstGeom prst="roundRect">
            <a:avLst/>
          </a:prstGeom>
          <a:solidFill>
            <a:srgbClr val="0D2818"/>
          </a:solidFill>
          <a:ln w="0">
            <a:noFill/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pt-BR" sz="1400" b="1" dirty="0">
                <a:solidFill>
                  <a:srgbClr val="3FB950"/>
                </a:solidFill>
              </a:rPr>
              <a:t>DMA
Controller</a:t>
            </a:r>
          </a:p>
        </p:txBody>
      </p:sp>
      <p:sp>
        <p:nvSpPr>
          <p:cNvPr id="64" name="Arrow4"/>
          <p:cNvSpPr/>
          <p:nvPr/>
        </p:nvSpPr>
        <p:spPr>
          <a:xfrm>
            <a:off x="3932280" y="3383280"/>
            <a:ext cx="457200" cy="274320"/>
          </a:xfrm>
          <a:prstGeom prst="rightArrow">
            <a:avLst/>
          </a:prstGeom>
          <a:solidFill>
            <a:srgbClr val="3FB950"/>
          </a:solidFill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65" name="Mem2"/>
          <p:cNvSpPr/>
          <p:nvPr/>
        </p:nvSpPr>
        <p:spPr>
          <a:xfrm>
            <a:off x="4480920" y="3200400"/>
            <a:ext cx="1371600" cy="548640"/>
          </a:xfrm>
          <a:prstGeom prst="roundRect">
            <a:avLst/>
          </a:prstGeom>
          <a:solidFill>
            <a:srgbClr val="0D2818"/>
          </a:solidFill>
          <a:ln w="0">
            <a:noFill/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pt-BR" sz="1400" b="1" dirty="0">
                <a:solidFill>
                  <a:srgbClr val="3FB950"/>
                </a:solidFill>
              </a:rPr>
              <a:t>Memória
(RAM)</a:t>
            </a:r>
          </a:p>
        </p:txBody>
      </p:sp>
      <p:sp>
        <p:nvSpPr>
          <p:cNvPr id="66" name="CPULivre"/>
          <p:cNvSpPr/>
          <p:nvPr/>
        </p:nvSpPr>
        <p:spPr>
          <a:xfrm>
            <a:off x="7086600" y="3200400"/>
            <a:ext cx="1828800" cy="548640"/>
          </a:xfrm>
          <a:prstGeom prst="roundRect">
            <a:avLst/>
          </a:prstGeom>
          <a:solidFill>
            <a:srgbClr val="0D2818"/>
          </a:solidFill>
          <a:ln w="0">
            <a:noFill/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pt-BR" sz="1400" b="1" dirty="0">
                <a:solidFill>
                  <a:srgbClr val="3FB950"/>
                </a:solidFill>
              </a:rPr>
              <a:t>CPU Livre!
Outras tarefas</a:t>
            </a:r>
          </a:p>
        </p:txBody>
      </p:sp>
      <p:sp>
        <p:nvSpPr>
          <p:cNvPr id="67" name="CPUBorder"/>
          <p:cNvSpPr/>
          <p:nvPr/>
        </p:nvSpPr>
        <p:spPr>
          <a:xfrm>
            <a:off x="7086600" y="3200400"/>
            <a:ext cx="1828800" cy="548640"/>
          </a:xfrm>
          <a:prstGeom prst="roundRect">
            <a:avLst/>
          </a:prstGeom>
          <a:noFill/>
          <a:ln w="19050">
            <a:solidFill>
              <a:srgbClr val="3FB950"/>
            </a:solidFill>
            <a:prstDash val="dash"/>
          </a:ln>
        </p:spPr>
        <p:txBody>
          <a:bodyPr/>
          <a:lstStyle/>
          <a:p>
            <a:endParaRPr lang="pt-BR"/>
          </a:p>
        </p:txBody>
      </p:sp>
      <p:sp>
        <p:nvSpPr>
          <p:cNvPr id="56" name="CPUOcupada"/>
          <p:cNvSpPr/>
          <p:nvPr/>
        </p:nvSpPr>
        <p:spPr>
          <a:xfrm>
            <a:off x="7086600" y="1676400"/>
            <a:ext cx="1828800" cy="548640"/>
          </a:xfrm>
          <a:prstGeom prst="roundRect">
            <a:avLst/>
          </a:prstGeom>
          <a:solidFill>
            <a:srgbClr val="3D1F00"/>
          </a:solidFill>
          <a:ln w="0">
            <a:noFill/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pt-BR" sz="1400" b="1" dirty="0">
                <a:solidFill>
                  <a:srgbClr val="F78166"/>
                </a:solidFill>
              </a:rPr>
              <a:t>CPU 100%
Bloqueada!</a:t>
            </a:r>
          </a:p>
        </p:txBody>
      </p:sp>
      <p:sp>
        <p:nvSpPr>
          <p:cNvPr id="57" name="CPUBorder2"/>
          <p:cNvSpPr/>
          <p:nvPr/>
        </p:nvSpPr>
        <p:spPr>
          <a:xfrm>
            <a:off x="7086600" y="1676400"/>
            <a:ext cx="1828800" cy="548640"/>
          </a:xfrm>
          <a:prstGeom prst="roundRect">
            <a:avLst/>
          </a:prstGeom>
          <a:noFill/>
          <a:ln w="19050">
            <a:solidFill>
              <a:srgbClr val="F78166"/>
            </a:solidFill>
            <a:prstDash val="dash"/>
          </a:ln>
        </p:spPr>
        <p:txBody>
          <a:bodyPr/>
          <a:lstStyle/>
          <a:p>
            <a:endParaRPr lang="pt-BR"/>
          </a:p>
        </p:txBody>
      </p:sp>
      <p:sp>
        <p:nvSpPr>
          <p:cNvPr id="70" name="Caption"/>
          <p:cNvSpPr/>
          <p:nvPr/>
        </p:nvSpPr>
        <p:spPr>
          <a:xfrm>
            <a:off x="457200" y="4114800"/>
            <a:ext cx="11277600" cy="457200"/>
          </a:xfrm>
          <a:prstGeom prst="rect">
            <a:avLst/>
          </a:prstGeom>
          <a:solidFill>
            <a:srgbClr val="161B22"/>
          </a:solidFill>
          <a:ln w="0">
            <a:noFill/>
          </a:ln>
        </p:spPr>
        <p:txBody>
          <a:bodyPr wrap="square" lIns="91440" anchor="ctr"/>
          <a:lstStyle/>
          <a:p>
            <a:pPr algn="ctr">
              <a:buNone/>
            </a:pPr>
            <a:r>
              <a:rPr lang="pt-BR" sz="1400" dirty="0">
                <a:solidFill>
                  <a:srgbClr val="8B949E"/>
                </a:solidFill>
              </a:rPr>
              <a:t>Com DMA, a CPU fica livre para executar código enquanto os dados são transferidos automaticamente pelo hardware</a:t>
            </a:r>
          </a:p>
        </p:txBody>
      </p:sp>
    </p:spTree>
    <p:extLst>
      <p:ext uri="{BB962C8B-B14F-4D97-AF65-F5344CB8AC3E}">
        <p14:creationId xmlns:p14="http://schemas.microsoft.com/office/powerpoint/2010/main" val="34463409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BE8738-7735-9030-4508-AF7CD7EB4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pt-BR" sz="2800" b="1" dirty="0">
                <a:solidFill>
                  <a:srgbClr val="F0F0F0"/>
                </a:solidFill>
              </a:rPr>
              <a:t>Por que DMA é Essencial?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AE54A91-DD8F-9838-DC60-90941CF33D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1500" b="1" dirty="0">
                <a:solidFill>
                  <a:srgbClr val="58A6FF"/>
                </a:solidFill>
              </a:rPr>
              <a:t>Sistemas Embarcados Modernos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Múltiplos periféricos operando simultaneamente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Taxas de aquisição de dados cada vez maiores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Requisitos de tempo real com latências críticas</a:t>
            </a:r>
          </a:p>
          <a:p>
            <a:pPr marL="0" indent="0">
              <a:buNone/>
            </a:pPr>
            <a:endParaRPr lang="pt-BR" sz="600" dirty="0"/>
          </a:p>
          <a:p>
            <a:pPr marL="0" indent="0">
              <a:buNone/>
            </a:pPr>
            <a:r>
              <a:rPr lang="pt-BR" sz="1500" b="1" dirty="0">
                <a:solidFill>
                  <a:srgbClr val="3FB950"/>
                </a:solidFill>
              </a:rPr>
              <a:t>Sem DMA — Problemas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CPU gasta ciclos movendo bytes (até </a:t>
            </a:r>
            <a:r>
              <a:rPr lang="pt-BR" sz="1400" b="1" dirty="0">
                <a:solidFill>
                  <a:srgbClr val="F78166"/>
                </a:solidFill>
              </a:rPr>
              <a:t>70-90%</a:t>
            </a:r>
            <a:r>
              <a:rPr lang="pt-BR" sz="1400" dirty="0">
                <a:solidFill>
                  <a:srgbClr val="C9D1D9"/>
                </a:solidFill>
              </a:rPr>
              <a:t> do tempo)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Perda de amostras em alta frequência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Jitter temporal inaceitável para controle PID</a:t>
            </a:r>
          </a:p>
          <a:p>
            <a:pPr marL="0" indent="0">
              <a:buNone/>
            </a:pPr>
            <a:endParaRPr lang="pt-BR" sz="600" dirty="0"/>
          </a:p>
          <a:p>
            <a:pPr marL="0" indent="0">
              <a:buNone/>
            </a:pPr>
            <a:r>
              <a:rPr lang="pt-BR" sz="1500" b="1" dirty="0">
                <a:solidFill>
                  <a:srgbClr val="D2A8FF"/>
                </a:solidFill>
              </a:rPr>
              <a:t>Com DMA — Solução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Transferências automáticas em background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Zero perda de amostras com buffer circular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Determinismo temporal para aplicações críticas</a:t>
            </a:r>
          </a:p>
        </p:txBody>
      </p:sp>
    </p:spTree>
    <p:extLst>
      <p:ext uri="{BB962C8B-B14F-4D97-AF65-F5344CB8AC3E}">
        <p14:creationId xmlns:p14="http://schemas.microsoft.com/office/powerpoint/2010/main" val="3930128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529421-1E36-290E-930E-00915B726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buNone/>
            </a:pPr>
            <a:r>
              <a:rPr lang="pt-BR" sz="3600" b="1" dirty="0">
                <a:solidFill>
                  <a:srgbClr val="3FB950"/>
                </a:solidFill>
              </a:rPr>
              <a:t>02</a:t>
            </a:r>
            <a:r>
              <a:rPr lang="pt-BR" sz="3600" b="1" dirty="0">
                <a:solidFill>
                  <a:srgbClr val="F0F0F0"/>
                </a:solidFill>
              </a:rPr>
              <a:t> — Arquitetura ESP32-S3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8B400B1-3EDE-8B11-8A5A-2A37833350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>
              <a:buNone/>
            </a:pPr>
            <a:r>
              <a:rPr lang="pt-BR" sz="1800" dirty="0">
                <a:solidFill>
                  <a:srgbClr val="8B949E"/>
                </a:solidFill>
              </a:rPr>
              <a:t>Organização interna, barramentos e controlador DMA</a:t>
            </a:r>
          </a:p>
        </p:txBody>
      </p:sp>
    </p:spTree>
    <p:extLst>
      <p:ext uri="{BB962C8B-B14F-4D97-AF65-F5344CB8AC3E}">
        <p14:creationId xmlns:p14="http://schemas.microsoft.com/office/powerpoint/2010/main" val="14920045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D69184-1F3F-5A79-2C50-564920B66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pt-BR" sz="2800" b="1" dirty="0">
                <a:solidFill>
                  <a:srgbClr val="F0F0F0"/>
                </a:solidFill>
              </a:rPr>
              <a:t>Arquitetura Interna — Visão Geral</a:t>
            </a:r>
          </a:p>
        </p:txBody>
      </p:sp>
      <p:sp>
        <p:nvSpPr>
          <p:cNvPr id="10" name="ESP32Label"/>
          <p:cNvSpPr/>
          <p:nvPr/>
        </p:nvSpPr>
        <p:spPr>
          <a:xfrm>
            <a:off x="304800" y="1143000"/>
            <a:ext cx="11582400" cy="5181600"/>
          </a:xfrm>
          <a:prstGeom prst="roundRect">
            <a:avLst>
              <a:gd name="adj" fmla="val 3000"/>
            </a:avLst>
          </a:prstGeom>
          <a:noFill/>
          <a:ln w="19050">
            <a:solidFill>
              <a:srgbClr val="30363D"/>
            </a:solidFill>
            <a:prstDash val="dash"/>
          </a:ln>
        </p:spPr>
        <p:txBody>
          <a:bodyPr lIns="91440" tIns="45720" anchor="t"/>
          <a:lstStyle/>
          <a:p>
            <a:pPr>
              <a:buNone/>
            </a:pPr>
            <a:r>
              <a:rPr lang="pt-BR" sz="1400" b="1" dirty="0">
                <a:solidFill>
                  <a:srgbClr val="58A6FF"/>
                </a:solidFill>
              </a:rPr>
              <a:t>ESP32-S3 SoC</a:t>
            </a:r>
          </a:p>
        </p:txBody>
      </p:sp>
      <p:sp>
        <p:nvSpPr>
          <p:cNvPr id="11" name="CPU0"/>
          <p:cNvSpPr/>
          <p:nvPr/>
        </p:nvSpPr>
        <p:spPr>
          <a:xfrm>
            <a:off x="457200" y="1524000"/>
            <a:ext cx="1600200" cy="54864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r>
              <a:rPr lang="pt-BR" sz="1400" b="1" dirty="0">
                <a:solidFill>
                  <a:srgbClr val="58A6FF"/>
                </a:solidFill>
              </a:rPr>
              <a:t>Xtensa LX7
CPU Core 0</a:t>
            </a:r>
          </a:p>
        </p:txBody>
      </p:sp>
      <p:sp>
        <p:nvSpPr>
          <p:cNvPr id="12" name="CPU1"/>
          <p:cNvSpPr/>
          <p:nvPr/>
        </p:nvSpPr>
        <p:spPr>
          <a:xfrm>
            <a:off x="457200" y="2209800"/>
            <a:ext cx="1600200" cy="54864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r>
              <a:rPr lang="pt-BR" sz="1400" b="1" dirty="0">
                <a:solidFill>
                  <a:srgbClr val="58A6FF"/>
                </a:solidFill>
              </a:rPr>
              <a:t>Xtensa LX7
CPU Core 1</a:t>
            </a:r>
          </a:p>
        </p:txBody>
      </p:sp>
      <p:sp>
        <p:nvSpPr>
          <p:cNvPr id="13" name="SRAM"/>
          <p:cNvSpPr/>
          <p:nvPr/>
        </p:nvSpPr>
        <p:spPr>
          <a:xfrm>
            <a:off x="457200" y="2971800"/>
            <a:ext cx="1600200" cy="457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D2A8FF"/>
            </a:solidFill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r>
              <a:rPr lang="pt-BR" sz="1400" b="1" dirty="0">
                <a:solidFill>
                  <a:srgbClr val="D2A8FF"/>
                </a:solidFill>
              </a:rPr>
              <a:t>SRAM 512KB</a:t>
            </a:r>
          </a:p>
        </p:txBody>
      </p:sp>
      <p:sp>
        <p:nvSpPr>
          <p:cNvPr id="14" name="Flash"/>
          <p:cNvSpPr/>
          <p:nvPr/>
        </p:nvSpPr>
        <p:spPr>
          <a:xfrm>
            <a:off x="457200" y="3566160"/>
            <a:ext cx="1600200" cy="457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D2A8FF"/>
            </a:solidFill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r>
              <a:rPr lang="pt-BR" sz="1400" b="1" dirty="0">
                <a:solidFill>
                  <a:srgbClr val="D2A8FF"/>
                </a:solidFill>
              </a:rPr>
              <a:t>Flash SPI (ext)</a:t>
            </a:r>
          </a:p>
        </p:txBody>
      </p:sp>
      <p:sp>
        <p:nvSpPr>
          <p:cNvPr id="15" name="Bus"/>
          <p:cNvSpPr/>
          <p:nvPr/>
        </p:nvSpPr>
        <p:spPr>
          <a:xfrm>
            <a:off x="2514600" y="1524000"/>
            <a:ext cx="1082040" cy="2499360"/>
          </a:xfrm>
          <a:prstGeom prst="roundRect">
            <a:avLst>
              <a:gd name="adj" fmla="val 8000"/>
            </a:avLst>
          </a:prstGeom>
          <a:solidFill>
            <a:srgbClr val="21262D"/>
          </a:solidFill>
          <a:ln w="12700">
            <a:solidFill>
              <a:srgbClr val="FFA657"/>
            </a:solidFill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r>
              <a:rPr lang="pt-BR" sz="1400" b="1" dirty="0">
                <a:solidFill>
                  <a:srgbClr val="FFA657"/>
                </a:solidFill>
              </a:rPr>
              <a:t>System
Bus
(AHB/AXI)</a:t>
            </a:r>
          </a:p>
        </p:txBody>
      </p:sp>
      <p:sp>
        <p:nvSpPr>
          <p:cNvPr id="16" name="GDMA"/>
          <p:cNvSpPr/>
          <p:nvPr/>
        </p:nvSpPr>
        <p:spPr>
          <a:xfrm>
            <a:off x="3886200" y="1524000"/>
            <a:ext cx="2133600" cy="1097280"/>
          </a:xfrm>
          <a:prstGeom prst="roundRect">
            <a:avLst>
              <a:gd name="adj" fmla="val 8000"/>
            </a:avLst>
          </a:prstGeom>
          <a:solidFill>
            <a:srgbClr val="0D2818"/>
          </a:solidFill>
          <a:ln w="12700">
            <a:solidFill>
              <a:srgbClr val="3FB950"/>
            </a:solidFill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r>
              <a:rPr lang="pt-BR" sz="1600" b="1" dirty="0">
                <a:solidFill>
                  <a:srgbClr val="3FB950"/>
                </a:solidFill>
              </a:rPr>
              <a:t>GDMA Controller
(General DMA)</a:t>
            </a:r>
          </a:p>
        </p:txBody>
      </p:sp>
      <p:sp>
        <p:nvSpPr>
          <p:cNvPr id="17" name="GDMACh"/>
          <p:cNvSpPr/>
          <p:nvPr/>
        </p:nvSpPr>
        <p:spPr>
          <a:xfrm>
            <a:off x="3886200" y="2833688"/>
            <a:ext cx="2133601" cy="1212532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r>
              <a:rPr lang="pt-BR" sz="1200" dirty="0">
                <a:solidFill>
                  <a:srgbClr val="3FB950"/>
                </a:solidFill>
              </a:rPr>
              <a:t>5 Canais TX + 5 Canais RX
Prioridade configurável</a:t>
            </a:r>
          </a:p>
        </p:txBody>
      </p:sp>
      <p:sp>
        <p:nvSpPr>
          <p:cNvPr id="18" name="ADC"/>
          <p:cNvSpPr/>
          <p:nvPr/>
        </p:nvSpPr>
        <p:spPr>
          <a:xfrm>
            <a:off x="6172200" y="1524000"/>
            <a:ext cx="1371600" cy="41148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78166"/>
            </a:solidFill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r>
              <a:rPr lang="pt-BR" sz="1200" b="1" dirty="0">
                <a:solidFill>
                  <a:srgbClr val="F78166"/>
                </a:solidFill>
              </a:rPr>
              <a:t>ADC (SAR)
2x 12-bit</a:t>
            </a:r>
          </a:p>
        </p:txBody>
      </p:sp>
      <p:sp>
        <p:nvSpPr>
          <p:cNvPr id="19" name="SPI"/>
          <p:cNvSpPr/>
          <p:nvPr/>
        </p:nvSpPr>
        <p:spPr>
          <a:xfrm>
            <a:off x="6172200" y="2216944"/>
            <a:ext cx="1371600" cy="41148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78166"/>
            </a:solidFill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r>
              <a:rPr lang="pt-BR" sz="1200" b="1" dirty="0">
                <a:solidFill>
                  <a:srgbClr val="F78166"/>
                </a:solidFill>
              </a:rPr>
              <a:t>SPI (x4)
Master/Slave</a:t>
            </a:r>
          </a:p>
        </p:txBody>
      </p:sp>
      <p:sp>
        <p:nvSpPr>
          <p:cNvPr id="20" name="I2S"/>
          <p:cNvSpPr/>
          <p:nvPr/>
        </p:nvSpPr>
        <p:spPr>
          <a:xfrm>
            <a:off x="6172200" y="2937510"/>
            <a:ext cx="1371600" cy="41148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78166"/>
            </a:solidFill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r>
              <a:rPr lang="pt-BR" sz="1200" b="1" dirty="0">
                <a:solidFill>
                  <a:srgbClr val="F78166"/>
                </a:solidFill>
              </a:rPr>
              <a:t>I2S (x2)
Áudio Digital</a:t>
            </a:r>
          </a:p>
        </p:txBody>
      </p:sp>
      <p:sp>
        <p:nvSpPr>
          <p:cNvPr id="21" name="UART"/>
          <p:cNvSpPr/>
          <p:nvPr/>
        </p:nvSpPr>
        <p:spPr>
          <a:xfrm>
            <a:off x="6172200" y="3611880"/>
            <a:ext cx="1371600" cy="41148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78166"/>
            </a:solidFill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r>
              <a:rPr lang="pt-BR" sz="1200" b="1" dirty="0">
                <a:solidFill>
                  <a:srgbClr val="F78166"/>
                </a:solidFill>
              </a:rPr>
              <a:t>UART (x3)
Serial</a:t>
            </a:r>
          </a:p>
        </p:txBody>
      </p:sp>
      <p:sp>
        <p:nvSpPr>
          <p:cNvPr id="22" name="WiFi"/>
          <p:cNvSpPr/>
          <p:nvPr/>
        </p:nvSpPr>
        <p:spPr>
          <a:xfrm>
            <a:off x="8001000" y="1782604"/>
            <a:ext cx="1600200" cy="54864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79C0FF"/>
            </a:solidFill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r>
              <a:rPr lang="pt-BR" sz="1200" b="1" dirty="0">
                <a:solidFill>
                  <a:srgbClr val="79C0FF"/>
                </a:solidFill>
              </a:rPr>
              <a:t>Wi-Fi 802.11 b/g/n
+ BLE 5.0</a:t>
            </a:r>
          </a:p>
        </p:txBody>
      </p:sp>
      <p:sp>
        <p:nvSpPr>
          <p:cNvPr id="23" name="USB"/>
          <p:cNvSpPr/>
          <p:nvPr/>
        </p:nvSpPr>
        <p:spPr>
          <a:xfrm>
            <a:off x="8001000" y="2514600"/>
            <a:ext cx="1600200" cy="41148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79C0FF"/>
            </a:solidFill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r>
              <a:rPr lang="pt-BR" sz="1200" b="1" dirty="0">
                <a:solidFill>
                  <a:srgbClr val="79C0FF"/>
                </a:solidFill>
              </a:rPr>
              <a:t>USB OTG 1.1</a:t>
            </a:r>
          </a:p>
        </p:txBody>
      </p:sp>
      <p:sp>
        <p:nvSpPr>
          <p:cNvPr id="24" name="GPIO"/>
          <p:cNvSpPr/>
          <p:nvPr/>
        </p:nvSpPr>
        <p:spPr>
          <a:xfrm>
            <a:off x="8001000" y="3223260"/>
            <a:ext cx="1600200" cy="41148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79C0FF"/>
            </a:solidFill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r>
              <a:rPr lang="pt-BR" sz="1200" b="1" dirty="0">
                <a:solidFill>
                  <a:srgbClr val="79C0FF"/>
                </a:solidFill>
              </a:rPr>
              <a:t>GPIO (45 pinos)</a:t>
            </a:r>
          </a:p>
        </p:txBody>
      </p:sp>
      <p:sp>
        <p:nvSpPr>
          <p:cNvPr id="30" name="Legend"/>
          <p:cNvSpPr/>
          <p:nvPr/>
        </p:nvSpPr>
        <p:spPr>
          <a:xfrm>
            <a:off x="304800" y="4572000"/>
            <a:ext cx="11582400" cy="457200"/>
          </a:xfrm>
          <a:prstGeom prst="rect">
            <a:avLst/>
          </a:prstGeom>
          <a:solidFill>
            <a:srgbClr val="161B22"/>
          </a:solidFill>
          <a:ln w="0">
            <a:noFill/>
          </a:ln>
        </p:spPr>
        <p:txBody>
          <a:bodyPr wrap="square" lIns="91440" anchor="ctr"/>
          <a:lstStyle/>
          <a:p>
            <a:pPr algn="ctr">
              <a:buNone/>
            </a:pPr>
            <a:r>
              <a:rPr lang="pt-BR" sz="1200" b="1" dirty="0">
                <a:solidFill>
                  <a:srgbClr val="58A6FF"/>
                </a:solidFill>
              </a:rPr>
              <a:t>● CPU  </a:t>
            </a:r>
            <a:r>
              <a:rPr lang="pt-BR" sz="1200" b="1" dirty="0">
                <a:solidFill>
                  <a:srgbClr val="D2A8FF"/>
                </a:solidFill>
              </a:rPr>
              <a:t>● Memória  </a:t>
            </a:r>
            <a:r>
              <a:rPr lang="pt-BR" sz="1200" b="1" dirty="0">
                <a:solidFill>
                  <a:srgbClr val="FFA657"/>
                </a:solidFill>
              </a:rPr>
              <a:t>● Barramento  </a:t>
            </a:r>
            <a:r>
              <a:rPr lang="pt-BR" sz="1200" b="1" dirty="0">
                <a:solidFill>
                  <a:srgbClr val="3FB950"/>
                </a:solidFill>
              </a:rPr>
              <a:t>● DMA  </a:t>
            </a:r>
            <a:r>
              <a:rPr lang="pt-BR" sz="1200" b="1" dirty="0">
                <a:solidFill>
                  <a:srgbClr val="F78166"/>
                </a:solidFill>
              </a:rPr>
              <a:t>● Periféricos  </a:t>
            </a:r>
            <a:r>
              <a:rPr lang="pt-BR" sz="1200" b="1" dirty="0">
                <a:solidFill>
                  <a:srgbClr val="79C0FF"/>
                </a:solidFill>
              </a:rPr>
              <a:t>● Conectividade</a:t>
            </a:r>
          </a:p>
        </p:txBody>
      </p:sp>
    </p:spTree>
    <p:extLst>
      <p:ext uri="{BB962C8B-B14F-4D97-AF65-F5344CB8AC3E}">
        <p14:creationId xmlns:p14="http://schemas.microsoft.com/office/powerpoint/2010/main" val="1486740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5CF3E1-0648-DA40-404F-F96B71D5B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pt-BR" sz="2800" b="1" dirty="0">
                <a:solidFill>
                  <a:srgbClr val="F0F0F0"/>
                </a:solidFill>
              </a:rPr>
              <a:t>Controlador GDMA — Detalhes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377E5D0-3F38-7E1D-5A2B-7A646AA82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1500" b="1" dirty="0">
                <a:solidFill>
                  <a:srgbClr val="3FB950"/>
                </a:solidFill>
              </a:rPr>
              <a:t>General DMA (GDMA)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5 canais de transmissão (TX) + 5 canais de recepção (RX)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Linked-list descriptors para transferências encadeadas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Suporte a burst transfers (4-byte aligned)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Prioridade configurável por canal</a:t>
            </a:r>
          </a:p>
          <a:p>
            <a:pPr marL="0" indent="0">
              <a:buNone/>
            </a:pPr>
            <a:endParaRPr lang="pt-BR" sz="600" dirty="0"/>
          </a:p>
          <a:p>
            <a:pPr marL="0" indent="0">
              <a:buNone/>
            </a:pPr>
            <a:r>
              <a:rPr lang="pt-BR" sz="1500" b="1" dirty="0">
                <a:solidFill>
                  <a:srgbClr val="58A6FF"/>
                </a:solidFill>
              </a:rPr>
              <a:t>Modos de Transferência</a:t>
            </a:r>
          </a:p>
          <a:p>
            <a:pPr marL="457200" indent="-228600">
              <a:buFont typeface="Arial"/>
              <a:buChar char="▸"/>
            </a:pPr>
            <a:r>
              <a:rPr lang="pt-BR" sz="1400" b="1" dirty="0">
                <a:solidFill>
                  <a:srgbClr val="3FB950"/>
                </a:solidFill>
              </a:rPr>
              <a:t>Periférico → Memória</a:t>
            </a:r>
            <a:r>
              <a:rPr lang="pt-BR" sz="1400" dirty="0">
                <a:solidFill>
                  <a:srgbClr val="C9D1D9"/>
                </a:solidFill>
              </a:rPr>
              <a:t> (leitura ADC, recepção SPI)</a:t>
            </a:r>
          </a:p>
          <a:p>
            <a:pPr marL="457200" indent="-228600">
              <a:buFont typeface="Arial"/>
              <a:buChar char="▸"/>
            </a:pPr>
            <a:r>
              <a:rPr lang="pt-BR" sz="1400" b="1" dirty="0">
                <a:solidFill>
                  <a:srgbClr val="58A6FF"/>
                </a:solidFill>
              </a:rPr>
              <a:t>Memória → Periférico</a:t>
            </a:r>
            <a:r>
              <a:rPr lang="pt-BR" sz="1400" dirty="0">
                <a:solidFill>
                  <a:srgbClr val="C9D1D9"/>
                </a:solidFill>
              </a:rPr>
              <a:t> (transmissão SPI, saída I2S)</a:t>
            </a:r>
          </a:p>
          <a:p>
            <a:pPr marL="457200" indent="-228600">
              <a:buFont typeface="Arial"/>
              <a:buChar char="▸"/>
            </a:pPr>
            <a:r>
              <a:rPr lang="pt-BR" sz="1400" b="1" dirty="0">
                <a:solidFill>
                  <a:srgbClr val="D2A8FF"/>
                </a:solidFill>
              </a:rPr>
              <a:t>Memória → Memória</a:t>
            </a:r>
            <a:r>
              <a:rPr lang="pt-BR" sz="1400" dirty="0">
                <a:solidFill>
                  <a:srgbClr val="C9D1D9"/>
                </a:solidFill>
              </a:rPr>
              <a:t> (cópia rápida de blocos)</a:t>
            </a:r>
          </a:p>
          <a:p>
            <a:pPr marL="0" indent="0">
              <a:buNone/>
            </a:pPr>
            <a:endParaRPr lang="pt-BR" sz="600" dirty="0"/>
          </a:p>
          <a:p>
            <a:pPr marL="0" indent="0">
              <a:buNone/>
            </a:pPr>
            <a:r>
              <a:rPr lang="pt-BR" sz="1500" b="1" dirty="0">
                <a:solidFill>
                  <a:srgbClr val="F78166"/>
                </a:solidFill>
              </a:rPr>
              <a:t>Interrupções GDMA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Transfer complete, Half-transfer, Error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Permite processamento em double-buffer (ping-pong)</a:t>
            </a:r>
          </a:p>
        </p:txBody>
      </p:sp>
    </p:spTree>
    <p:extLst>
      <p:ext uri="{BB962C8B-B14F-4D97-AF65-F5344CB8AC3E}">
        <p14:creationId xmlns:p14="http://schemas.microsoft.com/office/powerpoint/2010/main" val="6024425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D34472-9E70-4DBF-9935-06F8037A9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pt-BR" sz="2800" b="1" dirty="0">
                <a:solidFill>
                  <a:srgbClr val="F0F0F0"/>
                </a:solidFill>
              </a:rPr>
              <a:t>Integração DMA + Periféricos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540067B-E792-12B7-84A6-85BE21A8D7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1500" b="1" dirty="0">
                <a:solidFill>
                  <a:srgbClr val="58A6FF"/>
                </a:solidFill>
              </a:rPr>
              <a:t>ADC + DMA</a:t>
            </a:r>
          </a:p>
          <a:p>
            <a:pPr marL="2286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Modo contínuo com DMA</a:t>
            </a:r>
          </a:p>
          <a:p>
            <a:pPr marL="2286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Buffer circular automático</a:t>
            </a:r>
          </a:p>
          <a:p>
            <a:pPr marL="2286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Até 2 MSPS por canal</a:t>
            </a:r>
          </a:p>
          <a:p>
            <a:pPr marL="0" indent="0">
              <a:buNone/>
            </a:pPr>
            <a:endParaRPr lang="pt-BR" sz="600" dirty="0"/>
          </a:p>
          <a:p>
            <a:pPr marL="0" indent="0">
              <a:buNone/>
            </a:pPr>
            <a:r>
              <a:rPr lang="pt-BR" sz="1500" b="1" dirty="0">
                <a:solidFill>
                  <a:srgbClr val="3FB950"/>
                </a:solidFill>
              </a:rPr>
              <a:t>SPI + DMA</a:t>
            </a:r>
          </a:p>
          <a:p>
            <a:pPr marL="2286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Transferências full-duplex</a:t>
            </a:r>
          </a:p>
          <a:p>
            <a:pPr marL="2286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Até 80 MHz clock</a:t>
            </a:r>
          </a:p>
          <a:p>
            <a:pPr marL="2286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Ideal para displays e sensores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64A1495-A0F2-189F-B5AD-6E2951F6A42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1500" b="1" dirty="0">
                <a:solidFill>
                  <a:srgbClr val="D2A8FF"/>
                </a:solidFill>
              </a:rPr>
              <a:t>I2S + DMA</a:t>
            </a:r>
          </a:p>
          <a:p>
            <a:pPr marL="2286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Streaming de áudio contínuo</a:t>
            </a:r>
          </a:p>
          <a:p>
            <a:pPr marL="2286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Buffer double-ping-pong</a:t>
            </a:r>
          </a:p>
          <a:p>
            <a:pPr marL="2286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Até 96 kHz / 24-bit</a:t>
            </a:r>
          </a:p>
          <a:p>
            <a:pPr marL="0" indent="0">
              <a:buNone/>
            </a:pPr>
            <a:endParaRPr lang="pt-BR" sz="600" dirty="0"/>
          </a:p>
          <a:p>
            <a:pPr marL="0" indent="0">
              <a:buNone/>
            </a:pPr>
            <a:r>
              <a:rPr lang="pt-BR" sz="1500" b="1" dirty="0">
                <a:solidFill>
                  <a:srgbClr val="F78166"/>
                </a:solidFill>
              </a:rPr>
              <a:t>UART + DMA</a:t>
            </a:r>
          </a:p>
          <a:p>
            <a:pPr marL="2286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Recepção sem polling</a:t>
            </a:r>
          </a:p>
          <a:p>
            <a:pPr marL="2286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Ideal para GPS, Modbus</a:t>
            </a:r>
          </a:p>
          <a:p>
            <a:pPr marL="2286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Zero overhead na CPU</a:t>
            </a:r>
          </a:p>
        </p:txBody>
      </p:sp>
    </p:spTree>
    <p:extLst>
      <p:ext uri="{BB962C8B-B14F-4D97-AF65-F5344CB8AC3E}">
        <p14:creationId xmlns:p14="http://schemas.microsoft.com/office/powerpoint/2010/main" val="16961612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9FCD6C-3062-FBC3-06FD-BB1963328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buNone/>
            </a:pPr>
            <a:r>
              <a:rPr lang="pt-BR" sz="3600" b="1" dirty="0">
                <a:solidFill>
                  <a:srgbClr val="F78166"/>
                </a:solidFill>
              </a:rPr>
              <a:t>03</a:t>
            </a:r>
            <a:r>
              <a:rPr lang="pt-BR" sz="3600" b="1" dirty="0">
                <a:solidFill>
                  <a:srgbClr val="F0F0F0"/>
                </a:solidFill>
              </a:rPr>
              <a:t> — Fluxo de Dados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D4D5B47-8B79-B5D9-CB57-6DF65B400A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>
              <a:buNone/>
            </a:pPr>
            <a:r>
              <a:rPr lang="pt-BR" sz="1800" dirty="0">
                <a:solidFill>
                  <a:srgbClr val="8B949E"/>
                </a:solidFill>
              </a:rPr>
              <a:t>Convencional vs DMA — Linha do tempo de execução</a:t>
            </a:r>
          </a:p>
        </p:txBody>
      </p:sp>
    </p:spTree>
    <p:extLst>
      <p:ext uri="{BB962C8B-B14F-4D97-AF65-F5344CB8AC3E}">
        <p14:creationId xmlns:p14="http://schemas.microsoft.com/office/powerpoint/2010/main" val="1420998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20DBB0-EBDB-821B-9DE4-BF5304FE0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pt-BR" sz="2800" b="1" dirty="0">
                <a:solidFill>
                  <a:srgbClr val="F0F0F0"/>
                </a:solidFill>
              </a:rPr>
              <a:t>Fluxo Convencional (sem DMA)</a:t>
            </a:r>
          </a:p>
        </p:txBody>
      </p:sp>
      <p:sp>
        <p:nvSpPr>
          <p:cNvPr id="10" name="Label10"/>
          <p:cNvSpPr/>
          <p:nvPr/>
        </p:nvSpPr>
        <p:spPr>
          <a:xfrm>
            <a:off x="304800" y="1371600"/>
            <a:ext cx="1371600" cy="365760"/>
          </a:xfrm>
          <a:prstGeom prst="rect">
            <a:avLst/>
          </a:prstGeom>
          <a:noFill/>
          <a:ln w="0">
            <a:noFill/>
          </a:ln>
        </p:spPr>
        <p:txBody>
          <a:bodyPr wrap="square" anchor="ctr"/>
          <a:lstStyle/>
          <a:p>
            <a:pPr algn="r">
              <a:buNone/>
            </a:pPr>
            <a:r>
              <a:rPr lang="pt-BR" sz="1600" b="1" dirty="0">
                <a:solidFill>
                  <a:srgbClr val="F78166"/>
                </a:solidFill>
              </a:rPr>
              <a:t>CPU</a:t>
            </a:r>
          </a:p>
        </p:txBody>
      </p:sp>
      <p:sp>
        <p:nvSpPr>
          <p:cNvPr id="11" name="Label11"/>
          <p:cNvSpPr/>
          <p:nvPr/>
        </p:nvSpPr>
        <p:spPr>
          <a:xfrm>
            <a:off x="304800" y="2057400"/>
            <a:ext cx="1371600" cy="365760"/>
          </a:xfrm>
          <a:prstGeom prst="rect">
            <a:avLst/>
          </a:prstGeom>
          <a:noFill/>
          <a:ln w="0">
            <a:noFill/>
          </a:ln>
        </p:spPr>
        <p:txBody>
          <a:bodyPr wrap="square" anchor="ctr"/>
          <a:lstStyle/>
          <a:p>
            <a:pPr algn="r">
              <a:buNone/>
            </a:pPr>
            <a:r>
              <a:rPr lang="pt-BR" sz="1400" dirty="0">
                <a:solidFill>
                  <a:srgbClr val="8B949E"/>
                </a:solidFill>
              </a:rPr>
              <a:t>Barramento</a:t>
            </a:r>
          </a:p>
        </p:txBody>
      </p:sp>
      <p:sp>
        <p:nvSpPr>
          <p:cNvPr id="12" name="Label12"/>
          <p:cNvSpPr/>
          <p:nvPr/>
        </p:nvSpPr>
        <p:spPr>
          <a:xfrm>
            <a:off x="304800" y="2743200"/>
            <a:ext cx="1371600" cy="365760"/>
          </a:xfrm>
          <a:prstGeom prst="rect">
            <a:avLst/>
          </a:prstGeom>
          <a:noFill/>
          <a:ln w="0">
            <a:noFill/>
          </a:ln>
        </p:spPr>
        <p:txBody>
          <a:bodyPr wrap="square" anchor="ctr"/>
          <a:lstStyle/>
          <a:p>
            <a:pPr algn="r">
              <a:buNone/>
            </a:pPr>
            <a:r>
              <a:rPr lang="pt-BR" sz="1400" dirty="0">
                <a:solidFill>
                  <a:srgbClr val="8B949E"/>
                </a:solidFill>
              </a:rPr>
              <a:t>Periférico</a:t>
            </a:r>
          </a:p>
        </p:txBody>
      </p:sp>
      <p:sp>
        <p:nvSpPr>
          <p:cNvPr id="13" name="TimeArrow"/>
          <p:cNvSpPr/>
          <p:nvPr/>
        </p:nvSpPr>
        <p:spPr>
          <a:xfrm>
            <a:off x="1828800" y="3383280"/>
            <a:ext cx="8686800" cy="0"/>
          </a:xfrm>
          <a:prstGeom prst="line">
            <a:avLst/>
          </a:prstGeom>
          <a:ln w="12700">
            <a:solidFill>
              <a:srgbClr val="30363D"/>
            </a:solidFill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4" name="Label14"/>
          <p:cNvSpPr/>
          <p:nvPr/>
        </p:nvSpPr>
        <p:spPr>
          <a:xfrm>
            <a:off x="9601200" y="3292200"/>
            <a:ext cx="1143000" cy="365760"/>
          </a:xfrm>
          <a:prstGeom prst="rect">
            <a:avLst/>
          </a:prstGeom>
          <a:noFill/>
          <a:ln w="0">
            <a:noFill/>
          </a:ln>
        </p:spPr>
        <p:txBody>
          <a:bodyPr wrap="square" anchor="ctr"/>
          <a:lstStyle/>
          <a:p>
            <a:pPr algn="l">
              <a:buNone/>
            </a:pPr>
            <a:r>
              <a:rPr lang="pt-BR" sz="1200" dirty="0">
                <a:solidFill>
                  <a:srgbClr val="8B949E"/>
                </a:solidFill>
              </a:rPr>
              <a:t>tempo →</a:t>
            </a:r>
          </a:p>
        </p:txBody>
      </p:sp>
      <p:sp>
        <p:nvSpPr>
          <p:cNvPr id="20" name="S1"/>
          <p:cNvSpPr/>
          <p:nvPr/>
        </p:nvSpPr>
        <p:spPr>
          <a:xfrm>
            <a:off x="1828800" y="1371600"/>
            <a:ext cx="1600200" cy="365760"/>
          </a:xfrm>
          <a:prstGeom prst="roundRect">
            <a:avLst>
              <a:gd name="adj" fmla="val 10000"/>
            </a:avLst>
          </a:prstGeom>
          <a:solidFill>
            <a:srgbClr val="3D1F00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200" b="1" dirty="0">
                <a:solidFill>
                  <a:srgbClr val="F78166"/>
                </a:solidFill>
              </a:rPr>
              <a:t>Lê ADC</a:t>
            </a:r>
          </a:p>
        </p:txBody>
      </p:sp>
      <p:sp>
        <p:nvSpPr>
          <p:cNvPr id="21" name="S2"/>
          <p:cNvSpPr/>
          <p:nvPr/>
        </p:nvSpPr>
        <p:spPr>
          <a:xfrm>
            <a:off x="3520440" y="1371600"/>
            <a:ext cx="1600200" cy="365760"/>
          </a:xfrm>
          <a:prstGeom prst="roundRect">
            <a:avLst>
              <a:gd name="adj" fmla="val 10000"/>
            </a:avLst>
          </a:prstGeom>
          <a:solidFill>
            <a:srgbClr val="3D1F00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200" b="1" dirty="0">
                <a:solidFill>
                  <a:srgbClr val="F78166"/>
                </a:solidFill>
              </a:rPr>
              <a:t>Move → RAM</a:t>
            </a:r>
          </a:p>
        </p:txBody>
      </p:sp>
      <p:sp>
        <p:nvSpPr>
          <p:cNvPr id="22" name="S3"/>
          <p:cNvSpPr/>
          <p:nvPr/>
        </p:nvSpPr>
        <p:spPr>
          <a:xfrm>
            <a:off x="5212080" y="1371600"/>
            <a:ext cx="1600200" cy="365760"/>
          </a:xfrm>
          <a:prstGeom prst="roundRect">
            <a:avLst>
              <a:gd name="adj" fmla="val 10000"/>
            </a:avLst>
          </a:prstGeom>
          <a:solidFill>
            <a:srgbClr val="3D1F00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200" b="1" dirty="0">
                <a:solidFill>
                  <a:srgbClr val="F78166"/>
                </a:solidFill>
              </a:rPr>
              <a:t>Lê ADC</a:t>
            </a:r>
          </a:p>
        </p:txBody>
      </p:sp>
      <p:sp>
        <p:nvSpPr>
          <p:cNvPr id="23" name="S4"/>
          <p:cNvSpPr/>
          <p:nvPr/>
        </p:nvSpPr>
        <p:spPr>
          <a:xfrm>
            <a:off x="6903720" y="1371600"/>
            <a:ext cx="1600200" cy="365760"/>
          </a:xfrm>
          <a:prstGeom prst="roundRect">
            <a:avLst>
              <a:gd name="adj" fmla="val 10000"/>
            </a:avLst>
          </a:prstGeom>
          <a:solidFill>
            <a:srgbClr val="3D1F00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200" b="1" dirty="0">
                <a:solidFill>
                  <a:srgbClr val="F78166"/>
                </a:solidFill>
              </a:rPr>
              <a:t>Move → RAM</a:t>
            </a:r>
          </a:p>
        </p:txBody>
      </p:sp>
      <p:sp>
        <p:nvSpPr>
          <p:cNvPr id="24" name="S5"/>
          <p:cNvSpPr/>
          <p:nvPr/>
        </p:nvSpPr>
        <p:spPr>
          <a:xfrm>
            <a:off x="8595360" y="1371600"/>
            <a:ext cx="1600200" cy="365760"/>
          </a:xfrm>
          <a:prstGeom prst="roundRect">
            <a:avLst>
              <a:gd name="adj" fmla="val 10000"/>
            </a:avLst>
          </a:prstGeom>
          <a:solidFill>
            <a:srgbClr val="3D1F00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200" b="1" dirty="0">
                <a:solidFill>
                  <a:srgbClr val="F78166"/>
                </a:solidFill>
              </a:rPr>
              <a:t>Processa</a:t>
            </a:r>
          </a:p>
        </p:txBody>
      </p:sp>
      <p:sp>
        <p:nvSpPr>
          <p:cNvPr id="30" name="B1"/>
          <p:cNvSpPr/>
          <p:nvPr/>
        </p:nvSpPr>
        <p:spPr>
          <a:xfrm>
            <a:off x="1828800" y="2057400"/>
            <a:ext cx="1600200" cy="365760"/>
          </a:xfrm>
          <a:prstGeom prst="roundRect">
            <a:avLst>
              <a:gd name="adj" fmla="val 10000"/>
            </a:avLst>
          </a:prstGeom>
          <a:solidFill>
            <a:srgbClr val="2D1600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100" dirty="0">
                <a:solidFill>
                  <a:srgbClr val="F78166"/>
                </a:solidFill>
              </a:rPr>
              <a:t>Ocupado</a:t>
            </a:r>
          </a:p>
        </p:txBody>
      </p:sp>
      <p:sp>
        <p:nvSpPr>
          <p:cNvPr id="31" name="B2"/>
          <p:cNvSpPr/>
          <p:nvPr/>
        </p:nvSpPr>
        <p:spPr>
          <a:xfrm>
            <a:off x="3520440" y="2057400"/>
            <a:ext cx="1600200" cy="365760"/>
          </a:xfrm>
          <a:prstGeom prst="roundRect">
            <a:avLst>
              <a:gd name="adj" fmla="val 10000"/>
            </a:avLst>
          </a:prstGeom>
          <a:solidFill>
            <a:srgbClr val="2D1600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100" dirty="0">
                <a:solidFill>
                  <a:srgbClr val="F78166"/>
                </a:solidFill>
              </a:rPr>
              <a:t>Ocupado</a:t>
            </a:r>
          </a:p>
        </p:txBody>
      </p:sp>
      <p:sp>
        <p:nvSpPr>
          <p:cNvPr id="32" name="B3"/>
          <p:cNvSpPr/>
          <p:nvPr/>
        </p:nvSpPr>
        <p:spPr>
          <a:xfrm>
            <a:off x="5212080" y="2057400"/>
            <a:ext cx="1600200" cy="365760"/>
          </a:xfrm>
          <a:prstGeom prst="roundRect">
            <a:avLst>
              <a:gd name="adj" fmla="val 10000"/>
            </a:avLst>
          </a:prstGeom>
          <a:solidFill>
            <a:srgbClr val="2D1600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100" dirty="0">
                <a:solidFill>
                  <a:srgbClr val="F78166"/>
                </a:solidFill>
              </a:rPr>
              <a:t>Ocupado</a:t>
            </a:r>
          </a:p>
        </p:txBody>
      </p:sp>
      <p:sp>
        <p:nvSpPr>
          <p:cNvPr id="33" name="B4"/>
          <p:cNvSpPr/>
          <p:nvPr/>
        </p:nvSpPr>
        <p:spPr>
          <a:xfrm>
            <a:off x="6903720" y="2057400"/>
            <a:ext cx="1600200" cy="365760"/>
          </a:xfrm>
          <a:prstGeom prst="roundRect">
            <a:avLst>
              <a:gd name="adj" fmla="val 10000"/>
            </a:avLst>
          </a:prstGeom>
          <a:solidFill>
            <a:srgbClr val="2D1600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100" dirty="0">
                <a:solidFill>
                  <a:srgbClr val="F78166"/>
                </a:solidFill>
              </a:rPr>
              <a:t>Ocupado</a:t>
            </a:r>
          </a:p>
        </p:txBody>
      </p:sp>
      <p:sp>
        <p:nvSpPr>
          <p:cNvPr id="40" name="P1"/>
          <p:cNvSpPr/>
          <p:nvPr/>
        </p:nvSpPr>
        <p:spPr>
          <a:xfrm>
            <a:off x="1828800" y="2743200"/>
            <a:ext cx="1600200" cy="365760"/>
          </a:xfrm>
          <a:prstGeom prst="roundRect">
            <a:avLst>
              <a:gd name="adj" fmla="val 10000"/>
            </a:avLst>
          </a:prstGeom>
          <a:solidFill>
            <a:srgbClr val="21262D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100" dirty="0">
                <a:solidFill>
                  <a:srgbClr val="8B949E"/>
                </a:solidFill>
              </a:rPr>
              <a:t>Ativo</a:t>
            </a:r>
          </a:p>
        </p:txBody>
      </p:sp>
      <p:sp>
        <p:nvSpPr>
          <p:cNvPr id="41" name="P2"/>
          <p:cNvSpPr/>
          <p:nvPr/>
        </p:nvSpPr>
        <p:spPr>
          <a:xfrm>
            <a:off x="3520440" y="2743200"/>
            <a:ext cx="1600200" cy="36576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100" dirty="0">
                <a:solidFill>
                  <a:srgbClr val="484F58"/>
                </a:solidFill>
              </a:rPr>
              <a:t>Idle</a:t>
            </a:r>
          </a:p>
        </p:txBody>
      </p:sp>
      <p:sp>
        <p:nvSpPr>
          <p:cNvPr id="42" name="P3"/>
          <p:cNvSpPr/>
          <p:nvPr/>
        </p:nvSpPr>
        <p:spPr>
          <a:xfrm>
            <a:off x="5212080" y="2743200"/>
            <a:ext cx="1600200" cy="365760"/>
          </a:xfrm>
          <a:prstGeom prst="roundRect">
            <a:avLst>
              <a:gd name="adj" fmla="val 10000"/>
            </a:avLst>
          </a:prstGeom>
          <a:solidFill>
            <a:srgbClr val="21262D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100" dirty="0">
                <a:solidFill>
                  <a:srgbClr val="8B949E"/>
                </a:solidFill>
              </a:rPr>
              <a:t>Ativo</a:t>
            </a:r>
          </a:p>
        </p:txBody>
      </p:sp>
      <p:sp>
        <p:nvSpPr>
          <p:cNvPr id="43" name="P4"/>
          <p:cNvSpPr/>
          <p:nvPr/>
        </p:nvSpPr>
        <p:spPr>
          <a:xfrm>
            <a:off x="6903720" y="2743200"/>
            <a:ext cx="1600200" cy="36576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100" dirty="0">
                <a:solidFill>
                  <a:srgbClr val="484F58"/>
                </a:solidFill>
              </a:rPr>
              <a:t>Idle</a:t>
            </a:r>
          </a:p>
        </p:txBody>
      </p:sp>
      <p:sp>
        <p:nvSpPr>
          <p:cNvPr id="50" name="Callout"/>
          <p:cNvSpPr/>
          <p:nvPr/>
        </p:nvSpPr>
        <p:spPr>
          <a:xfrm>
            <a:off x="457200" y="3886200"/>
            <a:ext cx="11277600" cy="548640"/>
          </a:xfrm>
          <a:prstGeom prst="roundRect">
            <a:avLst/>
          </a:prstGeom>
          <a:solidFill>
            <a:srgbClr val="2D1600"/>
          </a:solidFill>
          <a:ln w="12700">
            <a:solidFill>
              <a:srgbClr val="F78166"/>
            </a:solidFill>
          </a:ln>
        </p:spPr>
        <p:txBody>
          <a:bodyPr wrap="square" lIns="91440" anchor="ctr"/>
          <a:lstStyle/>
          <a:p>
            <a:pPr algn="ctr">
              <a:buNone/>
            </a:pPr>
            <a:r>
              <a:rPr lang="pt-BR" sz="1400" b="1" dirty="0">
                <a:solidFill>
                  <a:srgbClr val="F78166"/>
                </a:solidFill>
              </a:rPr>
              <a:t>⚠ CPU 100% ocupada — </a:t>
            </a:r>
            <a:r>
              <a:rPr lang="pt-BR" sz="1400" dirty="0">
                <a:solidFill>
                  <a:srgbClr val="C9D1D9"/>
                </a:solidFill>
              </a:rPr>
              <a:t>Cada byte passa pela CPU. Não há paralelismo. Gargalo em alta frequência.</a:t>
            </a:r>
          </a:p>
        </p:txBody>
      </p:sp>
    </p:spTree>
    <p:extLst>
      <p:ext uri="{BB962C8B-B14F-4D97-AF65-F5344CB8AC3E}">
        <p14:creationId xmlns:p14="http://schemas.microsoft.com/office/powerpoint/2010/main" val="37857996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AF33C5-451F-5F0D-E6A4-A5EA98039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pt-BR" sz="2800" b="1" dirty="0">
                <a:solidFill>
                  <a:srgbClr val="F0F0F0"/>
                </a:solidFill>
              </a:rPr>
              <a:t>Fluxo com DMA — Execução Paralela</a:t>
            </a:r>
          </a:p>
        </p:txBody>
      </p:sp>
      <p:sp>
        <p:nvSpPr>
          <p:cNvPr id="10" name="Label10"/>
          <p:cNvSpPr/>
          <p:nvPr/>
        </p:nvSpPr>
        <p:spPr>
          <a:xfrm>
            <a:off x="304800" y="1219200"/>
            <a:ext cx="1371600" cy="365760"/>
          </a:xfrm>
          <a:prstGeom prst="rect">
            <a:avLst/>
          </a:prstGeom>
          <a:noFill/>
          <a:ln w="0">
            <a:noFill/>
          </a:ln>
        </p:spPr>
        <p:txBody>
          <a:bodyPr wrap="square" anchor="ctr"/>
          <a:lstStyle/>
          <a:p>
            <a:pPr algn="r">
              <a:buNone/>
            </a:pPr>
            <a:r>
              <a:rPr lang="pt-BR" sz="1600" b="1" dirty="0">
                <a:solidFill>
                  <a:srgbClr val="3FB950"/>
                </a:solidFill>
              </a:rPr>
              <a:t>CPU</a:t>
            </a:r>
          </a:p>
        </p:txBody>
      </p:sp>
      <p:sp>
        <p:nvSpPr>
          <p:cNvPr id="11" name="Label11"/>
          <p:cNvSpPr/>
          <p:nvPr/>
        </p:nvSpPr>
        <p:spPr>
          <a:xfrm>
            <a:off x="304800" y="1828800"/>
            <a:ext cx="1371600" cy="365760"/>
          </a:xfrm>
          <a:prstGeom prst="rect">
            <a:avLst/>
          </a:prstGeom>
          <a:noFill/>
          <a:ln w="0">
            <a:noFill/>
          </a:ln>
        </p:spPr>
        <p:txBody>
          <a:bodyPr wrap="square" anchor="ctr"/>
          <a:lstStyle/>
          <a:p>
            <a:pPr algn="r">
              <a:buNone/>
            </a:pPr>
            <a:r>
              <a:rPr lang="pt-BR" sz="1600" b="1" dirty="0">
                <a:solidFill>
                  <a:srgbClr val="58A6FF"/>
                </a:solidFill>
              </a:rPr>
              <a:t>DMA</a:t>
            </a:r>
          </a:p>
        </p:txBody>
      </p:sp>
      <p:sp>
        <p:nvSpPr>
          <p:cNvPr id="12" name="Label12"/>
          <p:cNvSpPr/>
          <p:nvPr/>
        </p:nvSpPr>
        <p:spPr>
          <a:xfrm>
            <a:off x="304800" y="2438400"/>
            <a:ext cx="1371600" cy="365760"/>
          </a:xfrm>
          <a:prstGeom prst="rect">
            <a:avLst/>
          </a:prstGeom>
          <a:noFill/>
          <a:ln w="0">
            <a:noFill/>
          </a:ln>
        </p:spPr>
        <p:txBody>
          <a:bodyPr wrap="square" anchor="ctr"/>
          <a:lstStyle/>
          <a:p>
            <a:pPr algn="r">
              <a:buNone/>
            </a:pPr>
            <a:r>
              <a:rPr lang="pt-BR" sz="1400" dirty="0">
                <a:solidFill>
                  <a:srgbClr val="8B949E"/>
                </a:solidFill>
              </a:rPr>
              <a:t>Barramento</a:t>
            </a:r>
          </a:p>
        </p:txBody>
      </p:sp>
      <p:sp>
        <p:nvSpPr>
          <p:cNvPr id="13" name="Label13"/>
          <p:cNvSpPr/>
          <p:nvPr/>
        </p:nvSpPr>
        <p:spPr>
          <a:xfrm>
            <a:off x="304800" y="3048000"/>
            <a:ext cx="1371600" cy="365760"/>
          </a:xfrm>
          <a:prstGeom prst="rect">
            <a:avLst/>
          </a:prstGeom>
          <a:noFill/>
          <a:ln w="0">
            <a:noFill/>
          </a:ln>
        </p:spPr>
        <p:txBody>
          <a:bodyPr wrap="square" anchor="ctr"/>
          <a:lstStyle/>
          <a:p>
            <a:pPr algn="r">
              <a:buNone/>
            </a:pPr>
            <a:r>
              <a:rPr lang="pt-BR" sz="1400" dirty="0">
                <a:solidFill>
                  <a:srgbClr val="8B949E"/>
                </a:solidFill>
              </a:rPr>
              <a:t>Periférico</a:t>
            </a:r>
          </a:p>
        </p:txBody>
      </p:sp>
      <p:sp>
        <p:nvSpPr>
          <p:cNvPr id="14" name="TimeArrow"/>
          <p:cNvSpPr/>
          <p:nvPr/>
        </p:nvSpPr>
        <p:spPr>
          <a:xfrm>
            <a:off x="1828800" y="3657600"/>
            <a:ext cx="8686800" cy="0"/>
          </a:xfrm>
          <a:prstGeom prst="line">
            <a:avLst/>
          </a:prstGeom>
          <a:ln w="12700">
            <a:solidFill>
              <a:srgbClr val="30363D"/>
            </a:solidFill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5" name="Label15"/>
          <p:cNvSpPr/>
          <p:nvPr/>
        </p:nvSpPr>
        <p:spPr>
          <a:xfrm>
            <a:off x="9601200" y="3566160"/>
            <a:ext cx="1143000" cy="365760"/>
          </a:xfrm>
          <a:prstGeom prst="rect">
            <a:avLst/>
          </a:prstGeom>
          <a:noFill/>
          <a:ln w="0">
            <a:noFill/>
          </a:ln>
        </p:spPr>
        <p:txBody>
          <a:bodyPr wrap="square" anchor="ctr"/>
          <a:lstStyle/>
          <a:p>
            <a:pPr algn="l">
              <a:buNone/>
            </a:pPr>
            <a:r>
              <a:rPr lang="pt-BR" sz="1200" dirty="0">
                <a:solidFill>
                  <a:srgbClr val="8B949E"/>
                </a:solidFill>
              </a:rPr>
              <a:t>tempo →</a:t>
            </a:r>
          </a:p>
        </p:txBody>
      </p:sp>
      <p:sp>
        <p:nvSpPr>
          <p:cNvPr id="20" name="C1"/>
          <p:cNvSpPr/>
          <p:nvPr/>
        </p:nvSpPr>
        <p:spPr>
          <a:xfrm>
            <a:off x="1828800" y="1219200"/>
            <a:ext cx="2286000" cy="365760"/>
          </a:xfrm>
          <a:prstGeom prst="roundRect">
            <a:avLst>
              <a:gd name="adj" fmla="val 10000"/>
            </a:avLst>
          </a:prstGeom>
          <a:solidFill>
            <a:srgbClr val="0D2818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200" b="1" dirty="0">
                <a:solidFill>
                  <a:srgbClr val="3FB950"/>
                </a:solidFill>
              </a:rPr>
              <a:t>Processa dados</a:t>
            </a:r>
          </a:p>
        </p:txBody>
      </p:sp>
      <p:sp>
        <p:nvSpPr>
          <p:cNvPr id="21" name="C2"/>
          <p:cNvSpPr/>
          <p:nvPr/>
        </p:nvSpPr>
        <p:spPr>
          <a:xfrm>
            <a:off x="4206240" y="1219200"/>
            <a:ext cx="2286000" cy="365760"/>
          </a:xfrm>
          <a:prstGeom prst="roundRect">
            <a:avLst>
              <a:gd name="adj" fmla="val 10000"/>
            </a:avLst>
          </a:prstGeom>
          <a:solidFill>
            <a:srgbClr val="0D2818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200" b="1" dirty="0">
                <a:solidFill>
                  <a:srgbClr val="3FB950"/>
                </a:solidFill>
              </a:rPr>
              <a:t>Algoritmo PID</a:t>
            </a:r>
          </a:p>
        </p:txBody>
      </p:sp>
      <p:sp>
        <p:nvSpPr>
          <p:cNvPr id="22" name="C3"/>
          <p:cNvSpPr/>
          <p:nvPr/>
        </p:nvSpPr>
        <p:spPr>
          <a:xfrm>
            <a:off x="6583680" y="1219200"/>
            <a:ext cx="2286000" cy="365760"/>
          </a:xfrm>
          <a:prstGeom prst="roundRect">
            <a:avLst>
              <a:gd name="adj" fmla="val 10000"/>
            </a:avLst>
          </a:prstGeom>
          <a:solidFill>
            <a:srgbClr val="0D2818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200" b="1" dirty="0">
                <a:solidFill>
                  <a:srgbClr val="3FB950"/>
                </a:solidFill>
              </a:rPr>
              <a:t>Comunicação WiFi</a:t>
            </a:r>
          </a:p>
        </p:txBody>
      </p:sp>
      <p:sp>
        <p:nvSpPr>
          <p:cNvPr id="30" name="D1"/>
          <p:cNvSpPr/>
          <p:nvPr/>
        </p:nvSpPr>
        <p:spPr>
          <a:xfrm>
            <a:off x="1828800" y="1828800"/>
            <a:ext cx="1828800" cy="365760"/>
          </a:xfrm>
          <a:prstGeom prst="roundRect">
            <a:avLst>
              <a:gd name="adj" fmla="val 10000"/>
            </a:avLst>
          </a:prstGeom>
          <a:solidFill>
            <a:srgbClr val="0D1F33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200" b="1" dirty="0">
                <a:solidFill>
                  <a:srgbClr val="58A6FF"/>
                </a:solidFill>
              </a:rPr>
              <a:t>ADC → RAM</a:t>
            </a:r>
          </a:p>
        </p:txBody>
      </p:sp>
      <p:sp>
        <p:nvSpPr>
          <p:cNvPr id="31" name="D2"/>
          <p:cNvSpPr/>
          <p:nvPr/>
        </p:nvSpPr>
        <p:spPr>
          <a:xfrm>
            <a:off x="3749040" y="1828800"/>
            <a:ext cx="1828800" cy="365760"/>
          </a:xfrm>
          <a:prstGeom prst="roundRect">
            <a:avLst>
              <a:gd name="adj" fmla="val 10000"/>
            </a:avLst>
          </a:prstGeom>
          <a:solidFill>
            <a:srgbClr val="0D1F33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200" b="1" dirty="0">
                <a:solidFill>
                  <a:srgbClr val="58A6FF"/>
                </a:solidFill>
              </a:rPr>
              <a:t>ADC → RAM</a:t>
            </a:r>
          </a:p>
        </p:txBody>
      </p:sp>
      <p:sp>
        <p:nvSpPr>
          <p:cNvPr id="32" name="D3"/>
          <p:cNvSpPr/>
          <p:nvPr/>
        </p:nvSpPr>
        <p:spPr>
          <a:xfrm>
            <a:off x="5669280" y="1828800"/>
            <a:ext cx="1828800" cy="365760"/>
          </a:xfrm>
          <a:prstGeom prst="roundRect">
            <a:avLst>
              <a:gd name="adj" fmla="val 10000"/>
            </a:avLst>
          </a:prstGeom>
          <a:solidFill>
            <a:srgbClr val="0D1F33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200" b="1" dirty="0">
                <a:solidFill>
                  <a:srgbClr val="58A6FF"/>
                </a:solidFill>
              </a:rPr>
              <a:t>ADC → RAM</a:t>
            </a:r>
          </a:p>
        </p:txBody>
      </p:sp>
      <p:sp>
        <p:nvSpPr>
          <p:cNvPr id="33" name="D4"/>
          <p:cNvSpPr/>
          <p:nvPr/>
        </p:nvSpPr>
        <p:spPr>
          <a:xfrm>
            <a:off x="7589520" y="1828800"/>
            <a:ext cx="1828800" cy="365760"/>
          </a:xfrm>
          <a:prstGeom prst="roundRect">
            <a:avLst>
              <a:gd name="adj" fmla="val 10000"/>
            </a:avLst>
          </a:prstGeom>
          <a:solidFill>
            <a:srgbClr val="0D1F33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200" b="1" dirty="0">
                <a:solidFill>
                  <a:srgbClr val="58A6FF"/>
                </a:solidFill>
              </a:rPr>
              <a:t>ADC → RAM</a:t>
            </a:r>
          </a:p>
        </p:txBody>
      </p:sp>
      <p:sp>
        <p:nvSpPr>
          <p:cNvPr id="40" name="B1"/>
          <p:cNvSpPr/>
          <p:nvPr/>
        </p:nvSpPr>
        <p:spPr>
          <a:xfrm>
            <a:off x="1828800" y="2438400"/>
            <a:ext cx="1828800" cy="365760"/>
          </a:xfrm>
          <a:prstGeom prst="roundRect">
            <a:avLst>
              <a:gd name="adj" fmla="val 10000"/>
            </a:avLst>
          </a:prstGeom>
          <a:solidFill>
            <a:srgbClr val="21262D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100" dirty="0">
                <a:solidFill>
                  <a:srgbClr val="8B949E"/>
                </a:solidFill>
              </a:rPr>
              <a:t>DMA</a:t>
            </a:r>
          </a:p>
        </p:txBody>
      </p:sp>
      <p:sp>
        <p:nvSpPr>
          <p:cNvPr id="41" name="B2"/>
          <p:cNvSpPr/>
          <p:nvPr/>
        </p:nvSpPr>
        <p:spPr>
          <a:xfrm>
            <a:off x="3749040" y="2438400"/>
            <a:ext cx="1828800" cy="365760"/>
          </a:xfrm>
          <a:prstGeom prst="roundRect">
            <a:avLst>
              <a:gd name="adj" fmla="val 10000"/>
            </a:avLst>
          </a:prstGeom>
          <a:solidFill>
            <a:srgbClr val="21262D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100" dirty="0">
                <a:solidFill>
                  <a:srgbClr val="8B949E"/>
                </a:solidFill>
              </a:rPr>
              <a:t>DMA</a:t>
            </a:r>
          </a:p>
        </p:txBody>
      </p:sp>
      <p:sp>
        <p:nvSpPr>
          <p:cNvPr id="42" name="B3"/>
          <p:cNvSpPr/>
          <p:nvPr/>
        </p:nvSpPr>
        <p:spPr>
          <a:xfrm>
            <a:off x="5669280" y="2438400"/>
            <a:ext cx="1828800" cy="365760"/>
          </a:xfrm>
          <a:prstGeom prst="roundRect">
            <a:avLst>
              <a:gd name="adj" fmla="val 10000"/>
            </a:avLst>
          </a:prstGeom>
          <a:solidFill>
            <a:srgbClr val="21262D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100" dirty="0">
                <a:solidFill>
                  <a:srgbClr val="8B949E"/>
                </a:solidFill>
              </a:rPr>
              <a:t>DMA</a:t>
            </a:r>
          </a:p>
        </p:txBody>
      </p:sp>
      <p:sp>
        <p:nvSpPr>
          <p:cNvPr id="43" name="B4"/>
          <p:cNvSpPr/>
          <p:nvPr/>
        </p:nvSpPr>
        <p:spPr>
          <a:xfrm>
            <a:off x="7589520" y="2438400"/>
            <a:ext cx="1828800" cy="365760"/>
          </a:xfrm>
          <a:prstGeom prst="roundRect">
            <a:avLst>
              <a:gd name="adj" fmla="val 10000"/>
            </a:avLst>
          </a:prstGeom>
          <a:solidFill>
            <a:srgbClr val="21262D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100" dirty="0">
                <a:solidFill>
                  <a:srgbClr val="8B949E"/>
                </a:solidFill>
              </a:rPr>
              <a:t>DMA</a:t>
            </a:r>
          </a:p>
        </p:txBody>
      </p:sp>
      <p:sp>
        <p:nvSpPr>
          <p:cNvPr id="50" name="P1"/>
          <p:cNvSpPr/>
          <p:nvPr/>
        </p:nvSpPr>
        <p:spPr>
          <a:xfrm>
            <a:off x="1828800" y="3048000"/>
            <a:ext cx="7589520" cy="365760"/>
          </a:xfrm>
          <a:prstGeom prst="roundRect">
            <a:avLst>
              <a:gd name="adj" fmla="val 10000"/>
            </a:avLst>
          </a:prstGeom>
          <a:solidFill>
            <a:srgbClr val="0D2818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200" dirty="0">
                <a:solidFill>
                  <a:srgbClr val="3FB950"/>
                </a:solidFill>
              </a:rPr>
              <a:t>Aquisição contínua (sem interrupção da CPU)</a:t>
            </a:r>
          </a:p>
        </p:txBody>
      </p:sp>
      <p:sp>
        <p:nvSpPr>
          <p:cNvPr id="60" name="Callout"/>
          <p:cNvSpPr/>
          <p:nvPr/>
        </p:nvSpPr>
        <p:spPr>
          <a:xfrm>
            <a:off x="457200" y="4114800"/>
            <a:ext cx="11277600" cy="548640"/>
          </a:xfrm>
          <a:prstGeom prst="roundRect">
            <a:avLst/>
          </a:prstGeom>
          <a:solidFill>
            <a:srgbClr val="0D2818"/>
          </a:solidFill>
          <a:ln w="12700">
            <a:solidFill>
              <a:srgbClr val="3FB950"/>
            </a:solidFill>
          </a:ln>
        </p:spPr>
        <p:txBody>
          <a:bodyPr wrap="square" lIns="91440" anchor="ctr"/>
          <a:lstStyle/>
          <a:p>
            <a:pPr algn="ctr">
              <a:buNone/>
            </a:pPr>
            <a:r>
              <a:rPr lang="pt-BR" sz="1400" b="1" dirty="0">
                <a:solidFill>
                  <a:srgbClr val="3FB950"/>
                </a:solidFill>
              </a:rPr>
              <a:t>✅ CPU livre para processar — </a:t>
            </a:r>
            <a:r>
              <a:rPr lang="pt-BR" sz="1400" dirty="0">
                <a:solidFill>
                  <a:srgbClr val="C9D1D9"/>
                </a:solidFill>
              </a:rPr>
              <a:t>DMA move dados em paralelo. Aquisição contínua sem perda de amostras.</a:t>
            </a:r>
          </a:p>
        </p:txBody>
      </p:sp>
    </p:spTree>
    <p:extLst>
      <p:ext uri="{BB962C8B-B14F-4D97-AF65-F5344CB8AC3E}">
        <p14:creationId xmlns:p14="http://schemas.microsoft.com/office/powerpoint/2010/main" val="34737485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825901-E309-9269-EFDA-8987C9DF6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pt-BR" sz="2800" b="1" dirty="0">
                <a:solidFill>
                  <a:srgbClr val="F0F0F0"/>
                </a:solidFill>
              </a:rPr>
              <a:t>Gargalos e Latência — Análise Técnica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DB7F9D1-BCDE-B8DC-1283-8D6763EB0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1500" b="1" dirty="0">
                <a:solidFill>
                  <a:srgbClr val="F78166"/>
                </a:solidFill>
              </a:rPr>
              <a:t>Sem DMA — Gargalos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Cada leitura ADC: ~</a:t>
            </a:r>
            <a:r>
              <a:rPr lang="pt-BR" sz="1400" b="1" dirty="0">
                <a:solidFill>
                  <a:srgbClr val="F78166"/>
                </a:solidFill>
              </a:rPr>
              <a:t>20-50 ciclos</a:t>
            </a:r>
            <a:r>
              <a:rPr lang="pt-BR" sz="1400" dirty="0">
                <a:solidFill>
                  <a:srgbClr val="C9D1D9"/>
                </a:solidFill>
              </a:rPr>
              <a:t> de CPU por amostra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A 1 MSPS = </a:t>
            </a:r>
            <a:r>
              <a:rPr lang="pt-BR" sz="1400" b="1" dirty="0">
                <a:solidFill>
                  <a:srgbClr val="F78166"/>
                </a:solidFill>
              </a:rPr>
              <a:t>20-50M ciclos/s</a:t>
            </a:r>
            <a:r>
              <a:rPr lang="pt-BR" sz="1400" dirty="0">
                <a:solidFill>
                  <a:srgbClr val="C9D1D9"/>
                </a:solidFill>
              </a:rPr>
              <a:t> só para I/O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CPU @ 240 MHz → </a:t>
            </a:r>
            <a:r>
              <a:rPr lang="pt-BR" sz="1400" b="1" dirty="0">
                <a:solidFill>
                  <a:srgbClr val="F78166"/>
                </a:solidFill>
              </a:rPr>
              <a:t>~20% gasto só em transferência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Jitter de interrupção: </a:t>
            </a:r>
            <a:r>
              <a:rPr lang="pt-BR" sz="1400" b="1" dirty="0">
                <a:solidFill>
                  <a:srgbClr val="F78166"/>
                </a:solidFill>
              </a:rPr>
              <a:t>±1-5 µs</a:t>
            </a:r>
          </a:p>
          <a:p>
            <a:pPr marL="0" indent="0">
              <a:buNone/>
            </a:pPr>
            <a:endParaRPr lang="pt-BR" sz="600" dirty="0"/>
          </a:p>
          <a:p>
            <a:pPr marL="0" indent="0">
              <a:buNone/>
            </a:pPr>
            <a:r>
              <a:rPr lang="pt-BR" sz="1500" b="1" dirty="0">
                <a:solidFill>
                  <a:srgbClr val="3FB950"/>
                </a:solidFill>
              </a:rPr>
              <a:t>Com DMA — Desempenho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CPU overhead: </a:t>
            </a:r>
            <a:r>
              <a:rPr lang="pt-BR" sz="1400" b="1" dirty="0">
                <a:solidFill>
                  <a:srgbClr val="3FB950"/>
                </a:solidFill>
              </a:rPr>
              <a:t>~0%</a:t>
            </a:r>
            <a:r>
              <a:rPr lang="pt-BR" sz="1400" dirty="0">
                <a:solidFill>
                  <a:srgbClr val="C9D1D9"/>
                </a:solidFill>
              </a:rPr>
              <a:t> durante transferência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Throughput máximo do barramento utilizado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Jitter de aquisição: </a:t>
            </a:r>
            <a:r>
              <a:rPr lang="pt-BR" sz="1400" b="1" dirty="0">
                <a:solidFill>
                  <a:srgbClr val="3FB950"/>
                </a:solidFill>
              </a:rPr>
              <a:t>±0 (hardware-timed)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Buffer circular elimina perda de dados</a:t>
            </a:r>
          </a:p>
        </p:txBody>
      </p:sp>
    </p:spTree>
    <p:extLst>
      <p:ext uri="{BB962C8B-B14F-4D97-AF65-F5344CB8AC3E}">
        <p14:creationId xmlns:p14="http://schemas.microsoft.com/office/powerpoint/2010/main" val="16063756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4B2727-94B5-2BAE-47A5-D5386E53F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buNone/>
            </a:pPr>
            <a:r>
              <a:rPr lang="pt-BR" sz="3600" b="1" dirty="0">
                <a:solidFill>
                  <a:srgbClr val="D2A8FF"/>
                </a:solidFill>
              </a:rPr>
              <a:t>04</a:t>
            </a:r>
            <a:r>
              <a:rPr lang="pt-BR" sz="3600" b="1" dirty="0">
                <a:solidFill>
                  <a:srgbClr val="F0F0F0"/>
                </a:solidFill>
              </a:rPr>
              <a:t> — Vantagens do DMA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0F4AEAA-E572-3B33-C232-F2F888A8AD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>
              <a:buNone/>
            </a:pPr>
            <a:r>
              <a:rPr lang="pt-BR" sz="1800" dirty="0">
                <a:solidFill>
                  <a:srgbClr val="8B949E"/>
                </a:solidFill>
              </a:rPr>
              <a:t>Performance, determinismo e aplicações em tempo real</a:t>
            </a:r>
          </a:p>
        </p:txBody>
      </p:sp>
    </p:spTree>
    <p:extLst>
      <p:ext uri="{BB962C8B-B14F-4D97-AF65-F5344CB8AC3E}">
        <p14:creationId xmlns:p14="http://schemas.microsoft.com/office/powerpoint/2010/main" val="23988273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C8415E-7A6D-DEDA-D836-5FDC48433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pt-BR" sz="2800" b="1" dirty="0">
                <a:solidFill>
                  <a:srgbClr val="F0F0F0"/>
                </a:solidFill>
              </a:rPr>
              <a:t>4 Pilares do DMA</a:t>
            </a:r>
          </a:p>
        </p:txBody>
      </p:sp>
      <p:sp>
        <p:nvSpPr>
          <p:cNvPr id="10" name="Card10"/>
          <p:cNvSpPr/>
          <p:nvPr/>
        </p:nvSpPr>
        <p:spPr>
          <a:xfrm>
            <a:off x="457200" y="1371600"/>
            <a:ext cx="2514600" cy="3200400"/>
          </a:xfrm>
          <a:prstGeom prst="roundRect">
            <a:avLst>
              <a:gd name="adj" fmla="val 5000"/>
            </a:avLst>
          </a:prstGeom>
          <a:solidFill>
            <a:srgbClr val="0D1F33"/>
          </a:solidFill>
          <a:ln w="12700">
            <a:solidFill>
              <a:srgbClr val="58A6FF">
                <a:alpha val="40000"/>
              </a:srgbClr>
            </a:solidFill>
          </a:ln>
        </p:spPr>
        <p:txBody>
          <a:bodyPr wrap="square" lIns="91440" tIns="91440" rIns="91440" bIns="91440" anchor="t"/>
          <a:lstStyle/>
          <a:p>
            <a:pPr algn="ctr">
              <a:buNone/>
            </a:pPr>
            <a:endParaRPr lang="pt-BR" sz="2400" dirty="0"/>
          </a:p>
          <a:p>
            <a:pPr algn="ctr">
              <a:buNone/>
            </a:pPr>
            <a:endParaRPr lang="pt-BR" sz="800" dirty="0"/>
          </a:p>
          <a:p>
            <a:pPr algn="ctr">
              <a:buNone/>
            </a:pPr>
            <a:r>
              <a:rPr lang="pt-BR" sz="1600" b="1" dirty="0">
                <a:solidFill>
                  <a:srgbClr val="58A6FF"/>
                </a:solidFill>
              </a:rPr>
              <a:t>Redução de Carga</a:t>
            </a:r>
          </a:p>
          <a:p>
            <a:pPr algn="ctr">
              <a:buNone/>
            </a:pPr>
            <a:endParaRPr lang="pt-BR" sz="400" dirty="0"/>
          </a:p>
          <a:p>
            <a:pPr algn="ctr">
              <a:buNone/>
            </a:pPr>
            <a:r>
              <a:rPr lang="pt-BR" sz="1400" dirty="0">
                <a:solidFill>
                  <a:srgbClr val="C9D1D9"/>
                </a:solidFill>
              </a:rPr>
              <a:t>CPU livre para lógica de aplicação</a:t>
            </a:r>
          </a:p>
          <a:p>
            <a:pPr algn="ctr">
              <a:buNone/>
            </a:pPr>
            <a:endParaRPr lang="pt-BR" sz="400" dirty="0"/>
          </a:p>
          <a:p>
            <a:pPr algn="ctr">
              <a:buNone/>
            </a:pPr>
            <a:r>
              <a:rPr lang="pt-BR" sz="1200" dirty="0">
                <a:solidFill>
                  <a:srgbClr val="8B949E"/>
                </a:solidFill>
              </a:rPr>
              <a:t>De ~90% para ~0% de uso em I/O</a:t>
            </a:r>
          </a:p>
        </p:txBody>
      </p:sp>
      <p:sp>
        <p:nvSpPr>
          <p:cNvPr id="11" name="Line10"/>
          <p:cNvSpPr/>
          <p:nvPr/>
        </p:nvSpPr>
        <p:spPr>
          <a:xfrm>
            <a:off x="457200" y="1371600"/>
            <a:ext cx="2514600" cy="45720"/>
          </a:xfrm>
          <a:prstGeom prst="rect">
            <a:avLst/>
          </a:prstGeom>
          <a:solidFill>
            <a:srgbClr val="58A6FF"/>
          </a:solidFill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20" name="Card20"/>
          <p:cNvSpPr/>
          <p:nvPr/>
        </p:nvSpPr>
        <p:spPr>
          <a:xfrm>
            <a:off x="3200400" y="1371600"/>
            <a:ext cx="2514600" cy="3200400"/>
          </a:xfrm>
          <a:prstGeom prst="roundRect">
            <a:avLst>
              <a:gd name="adj" fmla="val 5000"/>
            </a:avLst>
          </a:prstGeom>
          <a:solidFill>
            <a:srgbClr val="0D2818"/>
          </a:solidFill>
          <a:ln w="12700">
            <a:solidFill>
              <a:srgbClr val="3FB950">
                <a:alpha val="40000"/>
              </a:srgbClr>
            </a:solidFill>
          </a:ln>
        </p:spPr>
        <p:txBody>
          <a:bodyPr wrap="square" lIns="91440" tIns="91440" rIns="91440" bIns="91440" anchor="t"/>
          <a:lstStyle/>
          <a:p>
            <a:pPr algn="ctr">
              <a:buNone/>
            </a:pPr>
            <a:endParaRPr lang="pt-BR" sz="2400" dirty="0"/>
          </a:p>
          <a:p>
            <a:pPr algn="ctr">
              <a:buNone/>
            </a:pPr>
            <a:endParaRPr lang="pt-BR" sz="800" dirty="0"/>
          </a:p>
          <a:p>
            <a:pPr algn="ctr">
              <a:buNone/>
            </a:pPr>
            <a:r>
              <a:rPr lang="pt-BR" sz="1600" b="1" dirty="0">
                <a:solidFill>
                  <a:srgbClr val="3FB950"/>
                </a:solidFill>
              </a:rPr>
              <a:t>Maior Throughput</a:t>
            </a:r>
          </a:p>
          <a:p>
            <a:pPr algn="ctr">
              <a:buNone/>
            </a:pPr>
            <a:endParaRPr lang="pt-BR" sz="400" dirty="0"/>
          </a:p>
          <a:p>
            <a:pPr algn="ctr">
              <a:buNone/>
            </a:pPr>
            <a:r>
              <a:rPr lang="pt-BR" sz="1400" dirty="0">
                <a:solidFill>
                  <a:srgbClr val="C9D1D9"/>
                </a:solidFill>
              </a:rPr>
              <a:t>Velocidade máxima do barramento</a:t>
            </a:r>
          </a:p>
          <a:p>
            <a:pPr algn="ctr">
              <a:buNone/>
            </a:pPr>
            <a:endParaRPr lang="pt-BR" sz="400" dirty="0"/>
          </a:p>
          <a:p>
            <a:pPr algn="ctr">
              <a:buNone/>
            </a:pPr>
            <a:r>
              <a:rPr lang="pt-BR" sz="1200" dirty="0">
                <a:solidFill>
                  <a:srgbClr val="8B949E"/>
                </a:solidFill>
              </a:rPr>
              <a:t>Transferências burst otimizadas</a:t>
            </a:r>
          </a:p>
        </p:txBody>
      </p:sp>
      <p:sp>
        <p:nvSpPr>
          <p:cNvPr id="21" name="Line20"/>
          <p:cNvSpPr/>
          <p:nvPr/>
        </p:nvSpPr>
        <p:spPr>
          <a:xfrm>
            <a:off x="3200400" y="1371600"/>
            <a:ext cx="2514600" cy="45720"/>
          </a:xfrm>
          <a:prstGeom prst="rect">
            <a:avLst/>
          </a:prstGeom>
          <a:solidFill>
            <a:srgbClr val="3FB950"/>
          </a:solidFill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30" name="Card30"/>
          <p:cNvSpPr/>
          <p:nvPr/>
        </p:nvSpPr>
        <p:spPr>
          <a:xfrm>
            <a:off x="5943600" y="1371600"/>
            <a:ext cx="2514600" cy="3200400"/>
          </a:xfrm>
          <a:prstGeom prst="roundRect">
            <a:avLst>
              <a:gd name="adj" fmla="val 5000"/>
            </a:avLst>
          </a:prstGeom>
          <a:solidFill>
            <a:srgbClr val="1A0D2B"/>
          </a:solidFill>
          <a:ln w="12700">
            <a:solidFill>
              <a:srgbClr val="D2A8FF">
                <a:alpha val="40000"/>
              </a:srgbClr>
            </a:solidFill>
          </a:ln>
        </p:spPr>
        <p:txBody>
          <a:bodyPr wrap="square" lIns="91440" tIns="91440" rIns="91440" bIns="91440" anchor="t"/>
          <a:lstStyle/>
          <a:p>
            <a:pPr algn="ctr">
              <a:buNone/>
            </a:pPr>
            <a:endParaRPr lang="pt-BR" sz="2400" dirty="0"/>
          </a:p>
          <a:p>
            <a:pPr algn="ctr">
              <a:buNone/>
            </a:pPr>
            <a:endParaRPr lang="pt-BR" sz="800" dirty="0"/>
          </a:p>
          <a:p>
            <a:pPr algn="ctr">
              <a:buNone/>
            </a:pPr>
            <a:r>
              <a:rPr lang="pt-BR" sz="1600" b="1" dirty="0">
                <a:solidFill>
                  <a:srgbClr val="D2A8FF"/>
                </a:solidFill>
              </a:rPr>
              <a:t>Determinismo</a:t>
            </a:r>
          </a:p>
          <a:p>
            <a:pPr algn="ctr">
              <a:buNone/>
            </a:pPr>
            <a:endParaRPr lang="pt-BR" sz="400" dirty="0"/>
          </a:p>
          <a:p>
            <a:pPr algn="ctr">
              <a:buNone/>
            </a:pPr>
            <a:r>
              <a:rPr lang="pt-BR" sz="1400" dirty="0">
                <a:solidFill>
                  <a:srgbClr val="C9D1D9"/>
                </a:solidFill>
              </a:rPr>
              <a:t>Timing preciso por hardware</a:t>
            </a:r>
          </a:p>
          <a:p>
            <a:pPr algn="ctr">
              <a:buNone/>
            </a:pPr>
            <a:endParaRPr lang="pt-BR" sz="400" dirty="0"/>
          </a:p>
          <a:p>
            <a:pPr algn="ctr">
              <a:buNone/>
            </a:pPr>
            <a:r>
              <a:rPr lang="pt-BR" sz="1200" dirty="0">
                <a:solidFill>
                  <a:srgbClr val="8B949E"/>
                </a:solidFill>
              </a:rPr>
              <a:t>Jitter ±0 na aquisição</a:t>
            </a:r>
          </a:p>
        </p:txBody>
      </p:sp>
      <p:sp>
        <p:nvSpPr>
          <p:cNvPr id="31" name="Line30"/>
          <p:cNvSpPr/>
          <p:nvPr/>
        </p:nvSpPr>
        <p:spPr>
          <a:xfrm>
            <a:off x="5943600" y="1371600"/>
            <a:ext cx="2514600" cy="45720"/>
          </a:xfrm>
          <a:prstGeom prst="rect">
            <a:avLst/>
          </a:prstGeom>
          <a:solidFill>
            <a:srgbClr val="D2A8FF"/>
          </a:solidFill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40" name="Card40"/>
          <p:cNvSpPr/>
          <p:nvPr/>
        </p:nvSpPr>
        <p:spPr>
          <a:xfrm>
            <a:off x="8686800" y="1371600"/>
            <a:ext cx="2514600" cy="3200400"/>
          </a:xfrm>
          <a:prstGeom prst="roundRect">
            <a:avLst>
              <a:gd name="adj" fmla="val 5000"/>
            </a:avLst>
          </a:prstGeom>
          <a:solidFill>
            <a:srgbClr val="2D1600"/>
          </a:solidFill>
          <a:ln w="12700">
            <a:solidFill>
              <a:srgbClr val="F78166">
                <a:alpha val="40000"/>
              </a:srgbClr>
            </a:solidFill>
          </a:ln>
        </p:spPr>
        <p:txBody>
          <a:bodyPr wrap="square" lIns="91440" tIns="91440" rIns="91440" bIns="91440" anchor="t"/>
          <a:lstStyle/>
          <a:p>
            <a:pPr algn="ctr">
              <a:buNone/>
            </a:pPr>
            <a:endParaRPr lang="pt-BR" sz="2400" dirty="0"/>
          </a:p>
          <a:p>
            <a:pPr algn="ctr">
              <a:buNone/>
            </a:pPr>
            <a:endParaRPr lang="pt-BR" sz="800" dirty="0"/>
          </a:p>
          <a:p>
            <a:pPr algn="ctr">
              <a:buNone/>
            </a:pPr>
            <a:r>
              <a:rPr lang="pt-BR" sz="1600" b="1" dirty="0">
                <a:solidFill>
                  <a:srgbClr val="F78166"/>
                </a:solidFill>
              </a:rPr>
              <a:t>Tempo Real</a:t>
            </a:r>
          </a:p>
          <a:p>
            <a:pPr algn="ctr">
              <a:buNone/>
            </a:pPr>
            <a:endParaRPr lang="pt-BR" sz="400" dirty="0"/>
          </a:p>
          <a:p>
            <a:pPr algn="ctr">
              <a:buNone/>
            </a:pPr>
            <a:r>
              <a:rPr lang="pt-BR" sz="1400" dirty="0">
                <a:solidFill>
                  <a:srgbClr val="C9D1D9"/>
                </a:solidFill>
              </a:rPr>
              <a:t>Ideal para controle e monitoramento</a:t>
            </a:r>
          </a:p>
          <a:p>
            <a:pPr algn="ctr">
              <a:buNone/>
            </a:pPr>
            <a:endParaRPr lang="pt-BR" sz="400" dirty="0"/>
          </a:p>
          <a:p>
            <a:pPr algn="ctr">
              <a:buNone/>
            </a:pPr>
            <a:r>
              <a:rPr lang="pt-BR" sz="1200" dirty="0">
                <a:solidFill>
                  <a:srgbClr val="8B949E"/>
                </a:solidFill>
              </a:rPr>
              <a:t>Aquisição contínua garantida</a:t>
            </a:r>
          </a:p>
        </p:txBody>
      </p:sp>
      <p:sp>
        <p:nvSpPr>
          <p:cNvPr id="41" name="Line40"/>
          <p:cNvSpPr/>
          <p:nvPr/>
        </p:nvSpPr>
        <p:spPr>
          <a:xfrm>
            <a:off x="8686800" y="1371600"/>
            <a:ext cx="2514600" cy="45720"/>
          </a:xfrm>
          <a:prstGeom prst="rect">
            <a:avLst/>
          </a:prstGeom>
          <a:solidFill>
            <a:srgbClr val="F78166"/>
          </a:solidFill>
          <a:ln w="0"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42" name="Graphic 42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8700" y="1498600"/>
            <a:ext cx="533400" cy="533400"/>
          </a:xfrm>
          <a:prstGeom prst="rect">
            <a:avLst/>
          </a:prstGeom>
        </p:spPr>
      </p:pic>
      <p:pic>
        <p:nvPicPr>
          <p:cNvPr id="43" name="Graphic 43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46500" y="1498600"/>
            <a:ext cx="533400" cy="533400"/>
          </a:xfrm>
          <a:prstGeom prst="rect">
            <a:avLst/>
          </a:prstGeom>
        </p:spPr>
      </p:pic>
      <p:pic>
        <p:nvPicPr>
          <p:cNvPr id="44" name="Graphic 44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64300" y="1498600"/>
            <a:ext cx="533400" cy="533400"/>
          </a:xfrm>
          <a:prstGeom prst="rect">
            <a:avLst/>
          </a:prstGeom>
        </p:spPr>
      </p:pic>
      <p:pic>
        <p:nvPicPr>
          <p:cNvPr id="45" name="Graphic 45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182100" y="1498600"/>
            <a:ext cx="5334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34969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479B1B-C1CD-61C3-9D6F-B0362D7AA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pt-BR" sz="2800" b="1" dirty="0">
                <a:solidFill>
                  <a:srgbClr val="F0F0F0"/>
                </a:solidFill>
              </a:rPr>
              <a:t>Exemplos de Uso do DMA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67253CB-04D9-5307-0B8E-92D8139D39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1500" b="1" dirty="0">
                <a:solidFill>
                  <a:srgbClr val="58A6FF"/>
                </a:solidFill>
              </a:rPr>
              <a:t>Aquisição Contínua de Sinais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Sensores de vibração, temperatura, pressão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ADC contínuo a 100 kHz+ sem perda</a:t>
            </a:r>
          </a:p>
          <a:p>
            <a:pPr marL="0" indent="0">
              <a:buNone/>
            </a:pPr>
            <a:endParaRPr lang="pt-BR" sz="600" dirty="0"/>
          </a:p>
          <a:p>
            <a:pPr marL="0" indent="0">
              <a:buNone/>
            </a:pPr>
            <a:r>
              <a:rPr lang="pt-BR" sz="1500" b="1" dirty="0">
                <a:solidFill>
                  <a:srgbClr val="3FB950"/>
                </a:solidFill>
              </a:rPr>
              <a:t>Processamento de Áudio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I2S + DMA para streaming em tempo real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Microfone MEMS → FFT → classificação ML</a:t>
            </a:r>
          </a:p>
          <a:p>
            <a:pPr marL="0" indent="0">
              <a:buNone/>
            </a:pPr>
            <a:endParaRPr lang="pt-BR" sz="600" dirty="0"/>
          </a:p>
          <a:p>
            <a:pPr marL="0" indent="0">
              <a:buNone/>
            </a:pPr>
            <a:r>
              <a:rPr lang="pt-BR" sz="1500" b="1" dirty="0">
                <a:solidFill>
                  <a:srgbClr val="D2A8FF"/>
                </a:solidFill>
              </a:rPr>
              <a:t>Comunicação de Alta Velocidade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SPI Master a 80 MHz com DMA full-duplex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Displays TFT, memória externa, comunicação inter-chip</a:t>
            </a:r>
          </a:p>
          <a:p>
            <a:pPr marL="0" indent="0">
              <a:buNone/>
            </a:pPr>
            <a:endParaRPr lang="pt-BR" sz="600" dirty="0"/>
          </a:p>
          <a:p>
            <a:pPr marL="0" indent="0">
              <a:buNone/>
            </a:pPr>
            <a:r>
              <a:rPr lang="pt-BR" sz="1500" b="1" dirty="0">
                <a:solidFill>
                  <a:srgbClr val="F78166"/>
                </a:solidFill>
              </a:rPr>
              <a:t>Controle Industrial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Malhas de controle PID com aquisição determinística</a:t>
            </a:r>
          </a:p>
        </p:txBody>
      </p:sp>
    </p:spTree>
    <p:extLst>
      <p:ext uri="{BB962C8B-B14F-4D97-AF65-F5344CB8AC3E}">
        <p14:creationId xmlns:p14="http://schemas.microsoft.com/office/powerpoint/2010/main" val="29370023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663A8E-1A2D-8F8C-98D3-6B76C7D3B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buNone/>
            </a:pPr>
            <a:r>
              <a:rPr lang="pt-BR" sz="3600" b="1" dirty="0">
                <a:solidFill>
                  <a:srgbClr val="58A6FF"/>
                </a:solidFill>
              </a:rPr>
              <a:t>05</a:t>
            </a:r>
            <a:r>
              <a:rPr lang="pt-BR" sz="3600" b="1" dirty="0">
                <a:solidFill>
                  <a:srgbClr val="F0F0F0"/>
                </a:solidFill>
              </a:rPr>
              <a:t> — DMA + Leitura Analógica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9F52671-6453-5157-5100-CF5DCC69E3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>
              <a:buNone/>
            </a:pPr>
            <a:r>
              <a:rPr lang="pt-BR" sz="1800" dirty="0">
                <a:solidFill>
                  <a:srgbClr val="8B949E"/>
                </a:solidFill>
              </a:rPr>
              <a:t>ADC contínuo, buffer circular e alta frequência</a:t>
            </a:r>
          </a:p>
        </p:txBody>
      </p:sp>
    </p:spTree>
    <p:extLst>
      <p:ext uri="{BB962C8B-B14F-4D97-AF65-F5344CB8AC3E}">
        <p14:creationId xmlns:p14="http://schemas.microsoft.com/office/powerpoint/2010/main" val="17918600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DBD2EF-13C1-A866-48A0-94234B3D2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pt-BR" sz="2800" b="1" dirty="0">
                <a:solidFill>
                  <a:srgbClr val="F0F0F0"/>
                </a:solidFill>
              </a:rPr>
              <a:t>ADC + DMA na ESP32-S3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D79EB09-4ACB-B9E4-3F98-275488CD41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1500" b="1" dirty="0">
                <a:solidFill>
                  <a:srgbClr val="F78166"/>
                </a:solidFill>
              </a:rPr>
              <a:t>Leitura Simples (oneshot)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CPU solicita → ADC converte → CPU lê resultado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Bloqueante: CPU espera ~</a:t>
            </a:r>
            <a:r>
              <a:rPr lang="pt-BR" sz="1400" b="1" dirty="0">
                <a:solidFill>
                  <a:srgbClr val="F78166"/>
                </a:solidFill>
              </a:rPr>
              <a:t>25 µs</a:t>
            </a:r>
            <a:r>
              <a:rPr lang="pt-BR" sz="1400" dirty="0">
                <a:solidFill>
                  <a:srgbClr val="C9D1D9"/>
                </a:solidFill>
              </a:rPr>
              <a:t> por conversão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Máximo prático: ~40 kSPS</a:t>
            </a:r>
          </a:p>
          <a:p>
            <a:pPr marL="0" indent="0">
              <a:buNone/>
            </a:pPr>
            <a:endParaRPr lang="pt-BR" sz="600" dirty="0"/>
          </a:p>
          <a:p>
            <a:pPr marL="0" indent="0">
              <a:buNone/>
            </a:pPr>
            <a:r>
              <a:rPr lang="pt-BR" sz="1500" b="1" dirty="0">
                <a:solidFill>
                  <a:srgbClr val="3FB950"/>
                </a:solidFill>
              </a:rPr>
              <a:t>Leitura Contínua com DMA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ADC opera em modo contínuo (free-running)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DMA transfere automaticamente para buffer na RAM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Interrupção ao preencher metade do buffer (half-transfer)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CPU processa enquanto DMA preenche outra metade</a:t>
            </a:r>
          </a:p>
          <a:p>
            <a:pPr marL="0" indent="0">
              <a:buNone/>
            </a:pPr>
            <a:endParaRPr lang="pt-BR" sz="600" dirty="0"/>
          </a:p>
          <a:p>
            <a:pPr marL="0" indent="0">
              <a:buNone/>
            </a:pPr>
            <a:r>
              <a:rPr lang="pt-BR" sz="1500" b="1" dirty="0">
                <a:solidFill>
                  <a:srgbClr val="D2A8FF"/>
                </a:solidFill>
              </a:rPr>
              <a:t>Especificações Técnicas (ESP32-S3)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2x ADC SAR, 12-bit, até 20 canais</a:t>
            </a:r>
          </a:p>
          <a:p>
            <a:pPr marL="457200" indent="-228600">
              <a:buFont typeface="Arial"/>
              <a:buChar char="▸"/>
            </a:pPr>
            <a:r>
              <a:rPr lang="pt-BR" sz="1400" dirty="0">
                <a:solidFill>
                  <a:srgbClr val="C9D1D9"/>
                </a:solidFill>
              </a:rPr>
              <a:t>Taxa máxima com DMA: </a:t>
            </a:r>
            <a:r>
              <a:rPr lang="pt-BR" sz="1400" b="1" dirty="0">
                <a:solidFill>
                  <a:srgbClr val="3FB950"/>
                </a:solidFill>
              </a:rPr>
              <a:t>~83.3 kHz por canal (ESP-IDF)</a:t>
            </a:r>
          </a:p>
        </p:txBody>
      </p:sp>
    </p:spTree>
    <p:extLst>
      <p:ext uri="{BB962C8B-B14F-4D97-AF65-F5344CB8AC3E}">
        <p14:creationId xmlns:p14="http://schemas.microsoft.com/office/powerpoint/2010/main" val="3120258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186FC2-6CEA-7108-4BC5-BF257A683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pt-BR" sz="2800" b="1" dirty="0">
                <a:solidFill>
                  <a:srgbClr val="F0F0F0"/>
                </a:solidFill>
              </a:rPr>
              <a:t>Buffer Circular — Double Buffering</a:t>
            </a:r>
          </a:p>
        </p:txBody>
      </p:sp>
      <p:sp>
        <p:nvSpPr>
          <p:cNvPr id="10" name="S10"/>
          <p:cNvSpPr/>
          <p:nvPr/>
        </p:nvSpPr>
        <p:spPr>
          <a:xfrm>
            <a:off x="457200" y="1371600"/>
            <a:ext cx="2286000" cy="365760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r>
              <a:rPr lang="pt-BR" sz="1600" b="1" dirty="0">
                <a:solidFill>
                  <a:srgbClr val="3FB950"/>
                </a:solidFill>
              </a:rPr>
              <a:t>BUFFER A</a:t>
            </a:r>
          </a:p>
        </p:txBody>
      </p:sp>
      <p:sp>
        <p:nvSpPr>
          <p:cNvPr id="20" name="S20"/>
          <p:cNvSpPr/>
          <p:nvPr/>
        </p:nvSpPr>
        <p:spPr>
          <a:xfrm>
            <a:off x="457200" y="1828800"/>
            <a:ext cx="457200" cy="365760"/>
          </a:xfrm>
          <a:prstGeom prst="rect">
            <a:avLst/>
          </a:prstGeom>
          <a:solidFill>
            <a:srgbClr val="0D2818"/>
          </a:solidFill>
          <a:ln w="12700">
            <a:solidFill>
              <a:srgbClr val="30363D"/>
            </a:solidFill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r>
              <a:rPr lang="pt-BR" sz="1200" dirty="0">
                <a:solidFill>
                  <a:srgbClr val="3FB950"/>
                </a:solidFill>
              </a:rPr>
              <a:t>D0</a:t>
            </a:r>
          </a:p>
        </p:txBody>
      </p:sp>
      <p:sp>
        <p:nvSpPr>
          <p:cNvPr id="21" name="S21"/>
          <p:cNvSpPr/>
          <p:nvPr/>
        </p:nvSpPr>
        <p:spPr>
          <a:xfrm>
            <a:off x="914400" y="1828800"/>
            <a:ext cx="457200" cy="365760"/>
          </a:xfrm>
          <a:prstGeom prst="rect">
            <a:avLst/>
          </a:prstGeom>
          <a:solidFill>
            <a:srgbClr val="0D2818"/>
          </a:solidFill>
          <a:ln w="12700">
            <a:solidFill>
              <a:srgbClr val="30363D"/>
            </a:solidFill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r>
              <a:rPr lang="pt-BR" sz="1200" dirty="0">
                <a:solidFill>
                  <a:srgbClr val="3FB950"/>
                </a:solidFill>
              </a:rPr>
              <a:t>D1</a:t>
            </a:r>
          </a:p>
        </p:txBody>
      </p:sp>
      <p:sp>
        <p:nvSpPr>
          <p:cNvPr id="22" name="S22"/>
          <p:cNvSpPr/>
          <p:nvPr/>
        </p:nvSpPr>
        <p:spPr>
          <a:xfrm>
            <a:off x="1371600" y="1828800"/>
            <a:ext cx="457200" cy="365760"/>
          </a:xfrm>
          <a:prstGeom prst="rect">
            <a:avLst/>
          </a:prstGeom>
          <a:solidFill>
            <a:srgbClr val="0D2818"/>
          </a:solidFill>
          <a:ln w="12700">
            <a:solidFill>
              <a:srgbClr val="30363D"/>
            </a:solidFill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r>
              <a:rPr lang="pt-BR" sz="1200" dirty="0">
                <a:solidFill>
                  <a:srgbClr val="3FB950"/>
                </a:solidFill>
              </a:rPr>
              <a:t>D2</a:t>
            </a:r>
          </a:p>
        </p:txBody>
      </p:sp>
      <p:sp>
        <p:nvSpPr>
          <p:cNvPr id="23" name="S23"/>
          <p:cNvSpPr/>
          <p:nvPr/>
        </p:nvSpPr>
        <p:spPr>
          <a:xfrm>
            <a:off x="1828800" y="1828800"/>
            <a:ext cx="457200" cy="3657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endParaRPr/>
          </a:p>
        </p:txBody>
      </p:sp>
      <p:sp>
        <p:nvSpPr>
          <p:cNvPr id="24" name="S24"/>
          <p:cNvSpPr/>
          <p:nvPr/>
        </p:nvSpPr>
        <p:spPr>
          <a:xfrm>
            <a:off x="2286000" y="1828800"/>
            <a:ext cx="457200" cy="3657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endParaRPr/>
          </a:p>
        </p:txBody>
      </p:sp>
      <p:sp>
        <p:nvSpPr>
          <p:cNvPr id="30" name="WritePtr"/>
          <p:cNvSpPr/>
          <p:nvPr/>
        </p:nvSpPr>
        <p:spPr>
          <a:xfrm>
            <a:off x="1737360" y="2286000"/>
            <a:ext cx="365760" cy="274320"/>
          </a:xfrm>
          <a:prstGeom prst="upArrow">
            <a:avLst/>
          </a:prstGeom>
          <a:solidFill>
            <a:srgbClr val="3FB950"/>
          </a:solidFill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31" name="S31"/>
          <p:cNvSpPr/>
          <p:nvPr/>
        </p:nvSpPr>
        <p:spPr>
          <a:xfrm>
            <a:off x="1371600" y="2560320"/>
            <a:ext cx="1143000" cy="274320"/>
          </a:xfrm>
          <a:prstGeom prst="rect">
            <a:avLst/>
          </a:prstGeom>
          <a:solidFill>
            <a:srgbClr val="0D2818"/>
          </a:solidFill>
          <a:ln w="0">
            <a:noFill/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r>
              <a:rPr lang="pt-BR" sz="1100" b="1" dirty="0">
                <a:solidFill>
                  <a:srgbClr val="3FB950"/>
                </a:solidFill>
              </a:rPr>
              <a:t>DMA escrevendo →</a:t>
            </a:r>
          </a:p>
        </p:txBody>
      </p:sp>
      <p:sp>
        <p:nvSpPr>
          <p:cNvPr id="40" name="S40"/>
          <p:cNvSpPr/>
          <p:nvPr/>
        </p:nvSpPr>
        <p:spPr>
          <a:xfrm>
            <a:off x="3657600" y="1371600"/>
            <a:ext cx="2286000" cy="36576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r>
              <a:rPr lang="pt-BR" sz="1600" b="1" dirty="0">
                <a:solidFill>
                  <a:srgbClr val="58A6FF"/>
                </a:solidFill>
              </a:rPr>
              <a:t>BUFFER B</a:t>
            </a:r>
          </a:p>
        </p:txBody>
      </p:sp>
      <p:sp>
        <p:nvSpPr>
          <p:cNvPr id="50" name="S50"/>
          <p:cNvSpPr/>
          <p:nvPr/>
        </p:nvSpPr>
        <p:spPr>
          <a:xfrm>
            <a:off x="3657600" y="1828800"/>
            <a:ext cx="457200" cy="365760"/>
          </a:xfrm>
          <a:prstGeom prst="rect">
            <a:avLst/>
          </a:prstGeom>
          <a:solidFill>
            <a:srgbClr val="0D1F33"/>
          </a:solidFill>
          <a:ln w="12700">
            <a:solidFill>
              <a:srgbClr val="30363D"/>
            </a:solidFill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r>
              <a:rPr lang="pt-BR" sz="1200" dirty="0">
                <a:solidFill>
                  <a:srgbClr val="58A6FF"/>
                </a:solidFill>
              </a:rPr>
              <a:t>D0</a:t>
            </a:r>
          </a:p>
        </p:txBody>
      </p:sp>
      <p:sp>
        <p:nvSpPr>
          <p:cNvPr id="51" name="S51"/>
          <p:cNvSpPr/>
          <p:nvPr/>
        </p:nvSpPr>
        <p:spPr>
          <a:xfrm>
            <a:off x="4114800" y="1828800"/>
            <a:ext cx="457200" cy="365760"/>
          </a:xfrm>
          <a:prstGeom prst="rect">
            <a:avLst/>
          </a:prstGeom>
          <a:solidFill>
            <a:srgbClr val="0D1F33"/>
          </a:solidFill>
          <a:ln w="12700">
            <a:solidFill>
              <a:srgbClr val="30363D"/>
            </a:solidFill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r>
              <a:rPr lang="pt-BR" sz="1200" dirty="0">
                <a:solidFill>
                  <a:srgbClr val="58A6FF"/>
                </a:solidFill>
              </a:rPr>
              <a:t>D1</a:t>
            </a:r>
          </a:p>
        </p:txBody>
      </p:sp>
      <p:sp>
        <p:nvSpPr>
          <p:cNvPr id="52" name="S52"/>
          <p:cNvSpPr/>
          <p:nvPr/>
        </p:nvSpPr>
        <p:spPr>
          <a:xfrm>
            <a:off x="4572000" y="1828800"/>
            <a:ext cx="457200" cy="365760"/>
          </a:xfrm>
          <a:prstGeom prst="rect">
            <a:avLst/>
          </a:prstGeom>
          <a:solidFill>
            <a:srgbClr val="0D1F33"/>
          </a:solidFill>
          <a:ln w="12700">
            <a:solidFill>
              <a:srgbClr val="30363D"/>
            </a:solidFill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r>
              <a:rPr lang="pt-BR" sz="1200" dirty="0">
                <a:solidFill>
                  <a:srgbClr val="58A6FF"/>
                </a:solidFill>
              </a:rPr>
              <a:t>D2</a:t>
            </a:r>
          </a:p>
        </p:txBody>
      </p:sp>
      <p:sp>
        <p:nvSpPr>
          <p:cNvPr id="53" name="S53"/>
          <p:cNvSpPr/>
          <p:nvPr/>
        </p:nvSpPr>
        <p:spPr>
          <a:xfrm>
            <a:off x="5029200" y="1828800"/>
            <a:ext cx="457200" cy="365760"/>
          </a:xfrm>
          <a:prstGeom prst="rect">
            <a:avLst/>
          </a:prstGeom>
          <a:solidFill>
            <a:srgbClr val="0D1F33"/>
          </a:solidFill>
          <a:ln w="12700">
            <a:solidFill>
              <a:srgbClr val="30363D"/>
            </a:solidFill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r>
              <a:rPr lang="pt-BR" sz="1200" dirty="0">
                <a:solidFill>
                  <a:srgbClr val="58A6FF"/>
                </a:solidFill>
              </a:rPr>
              <a:t>D3</a:t>
            </a:r>
          </a:p>
        </p:txBody>
      </p:sp>
      <p:sp>
        <p:nvSpPr>
          <p:cNvPr id="54" name="S54"/>
          <p:cNvSpPr/>
          <p:nvPr/>
        </p:nvSpPr>
        <p:spPr>
          <a:xfrm>
            <a:off x="5486400" y="1828800"/>
            <a:ext cx="457200" cy="365760"/>
          </a:xfrm>
          <a:prstGeom prst="rect">
            <a:avLst/>
          </a:prstGeom>
          <a:solidFill>
            <a:srgbClr val="0D1F33"/>
          </a:solidFill>
          <a:ln w="12700">
            <a:solidFill>
              <a:srgbClr val="30363D"/>
            </a:solidFill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r>
              <a:rPr lang="pt-BR" sz="1200" dirty="0">
                <a:solidFill>
                  <a:srgbClr val="58A6FF"/>
                </a:solidFill>
              </a:rPr>
              <a:t>D4</a:t>
            </a:r>
          </a:p>
        </p:txBody>
      </p:sp>
      <p:sp>
        <p:nvSpPr>
          <p:cNvPr id="60" name="ReadPtr"/>
          <p:cNvSpPr/>
          <p:nvPr/>
        </p:nvSpPr>
        <p:spPr>
          <a:xfrm>
            <a:off x="4937760" y="2286000"/>
            <a:ext cx="365760" cy="274320"/>
          </a:xfrm>
          <a:prstGeom prst="upArrow">
            <a:avLst/>
          </a:prstGeom>
          <a:solidFill>
            <a:srgbClr val="58A6FF"/>
          </a:solidFill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61" name="S61"/>
          <p:cNvSpPr/>
          <p:nvPr/>
        </p:nvSpPr>
        <p:spPr>
          <a:xfrm>
            <a:off x="4571640" y="2560320"/>
            <a:ext cx="1143000" cy="274320"/>
          </a:xfrm>
          <a:prstGeom prst="rect">
            <a:avLst/>
          </a:prstGeom>
          <a:solidFill>
            <a:srgbClr val="0D1F33"/>
          </a:solidFill>
          <a:ln w="0">
            <a:noFill/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r>
              <a:rPr lang="pt-BR" sz="1100" b="1" dirty="0">
                <a:solidFill>
                  <a:srgbClr val="58A6FF"/>
                </a:solidFill>
              </a:rPr>
              <a:t>← CPU processando</a:t>
            </a:r>
          </a:p>
        </p:txBody>
      </p:sp>
      <p:sp>
        <p:nvSpPr>
          <p:cNvPr id="70" name="SwapArrow"/>
          <p:cNvSpPr/>
          <p:nvPr/>
        </p:nvSpPr>
        <p:spPr>
          <a:xfrm>
            <a:off x="2834640" y="1463040"/>
            <a:ext cx="731520" cy="182880"/>
          </a:xfrm>
          <a:prstGeom prst="leftRightArrow">
            <a:avLst/>
          </a:prstGeom>
          <a:solidFill>
            <a:srgbClr val="FFA657"/>
          </a:solidFill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71" name="S71"/>
          <p:cNvSpPr/>
          <p:nvPr/>
        </p:nvSpPr>
        <p:spPr>
          <a:xfrm>
            <a:off x="2651760" y="1143000"/>
            <a:ext cx="1097280" cy="274320"/>
          </a:xfrm>
          <a:prstGeom prst="rect">
            <a:avLst/>
          </a:prstGeom>
          <a:solidFill>
            <a:srgbClr val="161B22"/>
          </a:solidFill>
          <a:ln w="0">
            <a:noFill/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r>
              <a:rPr lang="pt-BR" sz="1400" b="1" dirty="0">
                <a:solidFill>
                  <a:srgbClr val="FFA657"/>
                </a:solidFill>
              </a:rPr>
              <a:t>SWAP</a:t>
            </a:r>
          </a:p>
        </p:txBody>
      </p:sp>
      <p:sp>
        <p:nvSpPr>
          <p:cNvPr id="80" name="S80"/>
          <p:cNvSpPr/>
          <p:nvPr/>
        </p:nvSpPr>
        <p:spPr>
          <a:xfrm>
            <a:off x="6858000" y="1371600"/>
            <a:ext cx="4571040" cy="27432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endParaRPr/>
          </a:p>
        </p:txBody>
      </p:sp>
      <p:sp>
        <p:nvSpPr>
          <p:cNvPr id="81" name="Explain"/>
          <p:cNvSpPr/>
          <p:nvPr/>
        </p:nvSpPr>
        <p:spPr>
          <a:xfrm>
            <a:off x="6858000" y="1371600"/>
            <a:ext cx="4571040" cy="2743200"/>
          </a:xfrm>
          <a:prstGeom prst="rect">
            <a:avLst/>
          </a:prstGeom>
          <a:noFill/>
          <a:ln w="0">
            <a:noFill/>
          </a:ln>
        </p:spPr>
        <p:txBody>
          <a:bodyPr wrap="square" lIns="91440" tIns="91440" rIns="91440" bIns="91440" anchor="t"/>
          <a:lstStyle/>
          <a:p>
            <a:pPr>
              <a:buNone/>
            </a:pPr>
            <a:r>
              <a:rPr lang="pt-BR" sz="1500" b="1" dirty="0">
                <a:solidFill>
                  <a:srgbClr val="FFA657"/>
                </a:solidFill>
              </a:rPr>
              <a:t>Como funciona</a:t>
            </a:r>
          </a:p>
          <a:p>
            <a:pPr marL="228600" indent="-228600">
              <a:buFont typeface="Arial"/>
              <a:buChar char="1."/>
            </a:pPr>
            <a:r>
              <a:rPr lang="pt-BR" sz="1300" dirty="0">
                <a:solidFill>
                  <a:srgbClr val="C9D1D9"/>
                </a:solidFill>
              </a:rPr>
              <a:t>DMA preenche Buffer A com dados do ADC</a:t>
            </a:r>
          </a:p>
          <a:p>
            <a:pPr marL="228600" indent="-228600">
              <a:buFont typeface="Arial"/>
              <a:buChar char="2."/>
            </a:pPr>
            <a:r>
              <a:rPr lang="pt-BR" sz="1300" dirty="0">
                <a:solidFill>
                  <a:srgbClr val="C9D1D9"/>
                </a:solidFill>
              </a:rPr>
              <a:t>Quando A está cheio, IRQ sinaliza</a:t>
            </a:r>
          </a:p>
          <a:p>
            <a:pPr marL="228600" indent="-228600">
              <a:buFont typeface="Arial"/>
              <a:buChar char="3."/>
            </a:pPr>
            <a:r>
              <a:rPr lang="pt-BR" sz="1300" dirty="0">
                <a:solidFill>
                  <a:srgbClr val="C9D1D9"/>
                </a:solidFill>
              </a:rPr>
              <a:t>DMA troca para Buffer B (swap)</a:t>
            </a:r>
          </a:p>
          <a:p>
            <a:pPr marL="228600" indent="-228600">
              <a:buFont typeface="Arial"/>
              <a:buChar char="4."/>
            </a:pPr>
            <a:r>
              <a:rPr lang="pt-BR" sz="1300" dirty="0">
                <a:solidFill>
                  <a:srgbClr val="C9D1D9"/>
                </a:solidFill>
              </a:rPr>
              <a:t>CPU processa Buffer A enquanto DMA enche B</a:t>
            </a:r>
          </a:p>
          <a:p>
            <a:pPr marL="228600" indent="-228600">
              <a:buFont typeface="Arial"/>
              <a:buChar char="5."/>
            </a:pPr>
            <a:r>
              <a:rPr lang="pt-BR" sz="1300" dirty="0">
                <a:solidFill>
                  <a:srgbClr val="C9D1D9"/>
                </a:solidFill>
              </a:rPr>
              <a:t>Ciclo contínuo sem perda de dados</a:t>
            </a:r>
          </a:p>
          <a:p>
            <a:pPr>
              <a:buNone/>
            </a:pPr>
            <a:endParaRPr lang="pt-BR" sz="600" dirty="0"/>
          </a:p>
          <a:p>
            <a:pPr>
              <a:buNone/>
            </a:pPr>
            <a:r>
              <a:rPr lang="pt-BR" sz="1300" b="1" dirty="0">
                <a:solidFill>
                  <a:srgbClr val="3FB950"/>
                </a:solidFill>
              </a:rPr>
              <a:t>Vantagem:</a:t>
            </a:r>
            <a:r>
              <a:rPr lang="pt-BR" sz="1300" dirty="0">
                <a:solidFill>
                  <a:srgbClr val="C9D1D9"/>
                </a:solidFill>
              </a:rPr>
              <a:t> Zero gap entre aquisição e processamento</a:t>
            </a:r>
          </a:p>
        </p:txBody>
      </p:sp>
      <p:sp>
        <p:nvSpPr>
          <p:cNvPr id="90" name="S90"/>
          <p:cNvSpPr/>
          <p:nvPr/>
        </p:nvSpPr>
        <p:spPr>
          <a:xfrm>
            <a:off x="457200" y="4572000"/>
            <a:ext cx="11277600" cy="457200"/>
          </a:xfrm>
          <a:prstGeom prst="roundRect">
            <a:avLst/>
          </a:prstGeom>
          <a:solidFill>
            <a:srgbClr val="161B22"/>
          </a:solidFill>
          <a:ln w="0">
            <a:noFill/>
          </a:ln>
        </p:spPr>
        <p:txBody>
          <a:bodyPr wrap="square" lIns="36576" tIns="27432" rIns="36576" bIns="27432" anchor="ctr"/>
          <a:lstStyle/>
          <a:p>
            <a:pPr algn="ctr">
              <a:buNone/>
            </a:pPr>
            <a:r>
              <a:rPr lang="pt-BR" sz="1200" dirty="0">
                <a:solidFill>
                  <a:srgbClr val="8B949E"/>
                </a:solidFill>
              </a:rPr>
              <a:t>O padrão ping-pong é implementado automaticamente pelo driver adc_continuous do ESP-IDF</a:t>
            </a:r>
          </a:p>
        </p:txBody>
      </p:sp>
    </p:spTree>
    <p:extLst>
      <p:ext uri="{BB962C8B-B14F-4D97-AF65-F5344CB8AC3E}">
        <p14:creationId xmlns:p14="http://schemas.microsoft.com/office/powerpoint/2010/main" val="25599646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4C7BC7-5EE9-8678-51A1-8E0C9AB4A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buNone/>
            </a:pPr>
            <a:r>
              <a:rPr lang="pt-BR" sz="3600" b="1" dirty="0">
                <a:solidFill>
                  <a:srgbClr val="3FB950"/>
                </a:solidFill>
              </a:rPr>
              <a:t>06</a:t>
            </a:r>
            <a:r>
              <a:rPr lang="pt-BR" sz="3600" b="1" dirty="0">
                <a:solidFill>
                  <a:srgbClr val="F0F0F0"/>
                </a:solidFill>
              </a:rPr>
              <a:t> — Configuração PlatformIO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797E2AA-5489-EC10-6319-4382CA7A2A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>
              <a:buNone/>
            </a:pPr>
            <a:r>
              <a:rPr lang="pt-BR" sz="1800" dirty="0">
                <a:solidFill>
                  <a:srgbClr val="8B949E"/>
                </a:solidFill>
              </a:rPr>
              <a:t>Ambiente, framework e configuração do projeto</a:t>
            </a:r>
          </a:p>
        </p:txBody>
      </p:sp>
    </p:spTree>
    <p:extLst>
      <p:ext uri="{BB962C8B-B14F-4D97-AF65-F5344CB8AC3E}">
        <p14:creationId xmlns:p14="http://schemas.microsoft.com/office/powerpoint/2010/main" val="4453546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22D522-B532-A76A-3416-3A8AA9F80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pt-BR" sz="2800" b="1" dirty="0">
                <a:solidFill>
                  <a:srgbClr val="F0F0F0"/>
                </a:solidFill>
              </a:rPr>
              <a:t>platformio.ini — Configuração Base</a:t>
            </a:r>
          </a:p>
        </p:txBody>
      </p:sp>
      <p:sp>
        <p:nvSpPr>
          <p:cNvPr id="10" name="CodeBlock"/>
          <p:cNvSpPr/>
          <p:nvPr/>
        </p:nvSpPr>
        <p:spPr>
          <a:xfrm>
            <a:off x="457200" y="1143000"/>
            <a:ext cx="5486400" cy="3657600"/>
          </a:xfrm>
          <a:prstGeom prst="roundRect">
            <a:avLst>
              <a:gd name="adj" fmla="val 3000"/>
            </a:avLst>
          </a:prstGeom>
          <a:solidFill>
            <a:srgbClr val="0D1117"/>
          </a:solidFill>
          <a:ln w="12700">
            <a:solidFill>
              <a:srgbClr val="30363D"/>
            </a:solidFill>
          </a:ln>
        </p:spPr>
        <p:txBody>
          <a:bodyPr wrap="square" lIns="91440" tIns="91440" rIns="91440" bIns="91440" anchor="t"/>
          <a:lstStyle/>
          <a:p>
            <a:pPr>
              <a:buNone/>
            </a:pPr>
            <a:r>
              <a:rPr lang="pt-BR" sz="1100" dirty="0">
                <a:solidFill>
                  <a:srgbClr val="8B949E"/>
                </a:solidFill>
                <a:latin typeface="Consolas"/>
              </a:rPr>
              <a:t>; platformio.ini</a:t>
            </a:r>
          </a:p>
          <a:p>
            <a:pPr>
              <a:buNone/>
            </a:pPr>
            <a:r>
              <a:rPr lang="pt-BR" sz="1100" dirty="0">
                <a:solidFill>
                  <a:srgbClr val="D2A8FF"/>
                </a:solidFill>
                <a:latin typeface="Consolas"/>
              </a:rPr>
              <a:t>[env:esp32s3]</a:t>
            </a:r>
          </a:p>
          <a:p>
            <a:pPr>
              <a:buNone/>
            </a:pPr>
            <a:r>
              <a:rPr lang="pt-BR" sz="1100" dirty="0">
                <a:solidFill>
                  <a:srgbClr val="79C0FF"/>
                </a:solidFill>
                <a:latin typeface="Consolas"/>
              </a:rPr>
              <a:t>platform</a:t>
            </a:r>
            <a:r>
              <a:rPr lang="pt-BR" sz="1100" dirty="0">
                <a:solidFill>
                  <a:srgbClr val="C9D1D9"/>
                </a:solidFill>
                <a:latin typeface="Consolas"/>
              </a:rPr>
              <a:t> = espressif32</a:t>
            </a:r>
          </a:p>
          <a:p>
            <a:pPr>
              <a:buNone/>
            </a:pPr>
            <a:r>
              <a:rPr lang="pt-BR" sz="1100" dirty="0">
                <a:solidFill>
                  <a:srgbClr val="79C0FF"/>
                </a:solidFill>
                <a:latin typeface="Consolas"/>
              </a:rPr>
              <a:t>board</a:t>
            </a:r>
            <a:r>
              <a:rPr lang="pt-BR" sz="1100" dirty="0">
                <a:solidFill>
                  <a:srgbClr val="C9D1D9"/>
                </a:solidFill>
                <a:latin typeface="Consolas"/>
              </a:rPr>
              <a:t> = esp32-s3-devkitc-1</a:t>
            </a:r>
          </a:p>
          <a:p>
            <a:pPr>
              <a:buNone/>
            </a:pPr>
            <a:r>
              <a:rPr lang="pt-BR" sz="1100" dirty="0">
                <a:solidFill>
                  <a:srgbClr val="79C0FF"/>
                </a:solidFill>
                <a:latin typeface="Consolas"/>
              </a:rPr>
              <a:t>framework</a:t>
            </a:r>
            <a:r>
              <a:rPr lang="pt-BR" sz="1100" dirty="0">
                <a:solidFill>
                  <a:srgbClr val="3FB950"/>
                </a:solidFill>
                <a:latin typeface="Consolas"/>
              </a:rPr>
              <a:t> = espidf</a:t>
            </a:r>
          </a:p>
          <a:p>
            <a:pPr>
              <a:buNone/>
            </a:pPr>
            <a:endParaRPr lang="pt-BR" sz="600" dirty="0">
              <a:latin typeface="Consolas"/>
            </a:endParaRPr>
          </a:p>
          <a:p>
            <a:pPr>
              <a:buNone/>
            </a:pPr>
            <a:r>
              <a:rPr lang="pt-BR" sz="1100" dirty="0">
                <a:solidFill>
                  <a:srgbClr val="8B949E"/>
                </a:solidFill>
                <a:latin typeface="Consolas"/>
              </a:rPr>
              <a:t>; Configurações de build</a:t>
            </a:r>
          </a:p>
          <a:p>
            <a:pPr>
              <a:buNone/>
            </a:pPr>
            <a:r>
              <a:rPr lang="pt-BR" sz="1100" dirty="0">
                <a:solidFill>
                  <a:srgbClr val="79C0FF"/>
                </a:solidFill>
                <a:latin typeface="Consolas"/>
              </a:rPr>
              <a:t>monitor_speed</a:t>
            </a:r>
            <a:r>
              <a:rPr lang="pt-BR" sz="1100" dirty="0">
                <a:solidFill>
                  <a:srgbClr val="C9D1D9"/>
                </a:solidFill>
                <a:latin typeface="Consolas"/>
              </a:rPr>
              <a:t> = 115200</a:t>
            </a:r>
          </a:p>
          <a:p>
            <a:pPr>
              <a:buNone/>
            </a:pPr>
            <a:r>
              <a:rPr lang="pt-BR" sz="1100" dirty="0">
                <a:solidFill>
                  <a:srgbClr val="79C0FF"/>
                </a:solidFill>
                <a:latin typeface="Consolas"/>
              </a:rPr>
              <a:t>board_build.flash_mode</a:t>
            </a:r>
            <a:r>
              <a:rPr lang="pt-BR" sz="1100" dirty="0">
                <a:solidFill>
                  <a:srgbClr val="C9D1D9"/>
                </a:solidFill>
                <a:latin typeface="Consolas"/>
              </a:rPr>
              <a:t> = dio</a:t>
            </a:r>
          </a:p>
          <a:p>
            <a:pPr>
              <a:buNone/>
            </a:pPr>
            <a:r>
              <a:rPr lang="pt-BR" sz="1100" dirty="0">
                <a:solidFill>
                  <a:srgbClr val="79C0FF"/>
                </a:solidFill>
                <a:latin typeface="Consolas"/>
              </a:rPr>
              <a:t>board_build.f_cpu</a:t>
            </a:r>
            <a:r>
              <a:rPr lang="pt-BR" sz="1100" dirty="0">
                <a:solidFill>
                  <a:srgbClr val="C9D1D9"/>
                </a:solidFill>
                <a:latin typeface="Consolas"/>
              </a:rPr>
              <a:t> = 240000000L</a:t>
            </a:r>
          </a:p>
        </p:txBody>
      </p:sp>
      <p:sp>
        <p:nvSpPr>
          <p:cNvPr id="20" name="Explain"/>
          <p:cNvSpPr/>
          <p:nvPr/>
        </p:nvSpPr>
        <p:spPr>
          <a:xfrm>
            <a:off x="6248400" y="1143000"/>
            <a:ext cx="5486400" cy="3657600"/>
          </a:xfrm>
          <a:prstGeom prst="roundRect">
            <a:avLst>
              <a:gd name="adj" fmla="val 3000"/>
            </a:avLst>
          </a:prstGeom>
          <a:solidFill>
            <a:srgbClr val="161B22"/>
          </a:solidFill>
          <a:ln w="0">
            <a:noFill/>
          </a:ln>
        </p:spPr>
        <p:txBody>
          <a:bodyPr wrap="square" lIns="91440" tIns="91440" rIns="91440" bIns="91440" anchor="t"/>
          <a:lstStyle/>
          <a:p>
            <a:pPr>
              <a:buNone/>
            </a:pPr>
            <a:r>
              <a:rPr lang="pt-BR" sz="1500" b="1" dirty="0">
                <a:solidFill>
                  <a:srgbClr val="58A6FF"/>
                </a:solidFill>
              </a:rPr>
              <a:t>Requisitos do Ambiente</a:t>
            </a:r>
          </a:p>
          <a:p>
            <a:pPr>
              <a:buNone/>
            </a:pPr>
            <a:endParaRPr lang="pt-BR" sz="400" dirty="0"/>
          </a:p>
          <a:p>
            <a:pPr marL="228600" indent="-228600">
              <a:buFont typeface="Arial"/>
              <a:buChar char="▸"/>
            </a:pPr>
            <a:r>
              <a:rPr lang="pt-BR" sz="1300" b="1" dirty="0">
                <a:solidFill>
                  <a:srgbClr val="3FB950"/>
                </a:solidFill>
              </a:rPr>
              <a:t>Framework: ESP-IDF</a:t>
            </a:r>
            <a:r>
              <a:rPr lang="pt-BR" sz="1300" dirty="0">
                <a:solidFill>
                  <a:srgbClr val="C9D1D9"/>
                </a:solidFill>
              </a:rPr>
              <a:t> (obrigatório para DMA)</a:t>
            </a:r>
          </a:p>
          <a:p>
            <a:pPr marL="228600" indent="-228600">
              <a:buFont typeface="Arial"/>
              <a:buChar char="▸"/>
            </a:pPr>
            <a:r>
              <a:rPr lang="pt-BR" sz="1300" dirty="0">
                <a:solidFill>
                  <a:srgbClr val="C9D1D9"/>
                </a:solidFill>
              </a:rPr>
              <a:t>Arduino framework não expõe driver adc_continuous</a:t>
            </a:r>
          </a:p>
          <a:p>
            <a:pPr>
              <a:buNone/>
            </a:pPr>
            <a:endParaRPr lang="pt-BR" sz="400" dirty="0"/>
          </a:p>
          <a:p>
            <a:pPr>
              <a:buNone/>
            </a:pPr>
            <a:r>
              <a:rPr lang="pt-BR" sz="1500" b="1" dirty="0">
                <a:solidFill>
                  <a:srgbClr val="D2A8FF"/>
                </a:solidFill>
              </a:rPr>
              <a:t>Bibliotecas Necessárias</a:t>
            </a:r>
          </a:p>
          <a:p>
            <a:pPr>
              <a:buNone/>
            </a:pPr>
            <a:endParaRPr lang="pt-BR" sz="400" dirty="0"/>
          </a:p>
          <a:p>
            <a:pPr marL="228600" indent="-228600">
              <a:buFont typeface="Arial"/>
              <a:buChar char="▸"/>
            </a:pPr>
            <a:r>
              <a:rPr lang="pt-BR" sz="1200" dirty="0">
                <a:solidFill>
                  <a:srgbClr val="79C0FF"/>
                </a:solidFill>
                <a:latin typeface="Consolas"/>
              </a:rPr>
              <a:t>esp_adc/adc_continuous.h</a:t>
            </a:r>
          </a:p>
          <a:p>
            <a:pPr marL="228600" indent="-228600">
              <a:buFont typeface="Arial"/>
              <a:buChar char="▸"/>
            </a:pPr>
            <a:r>
              <a:rPr lang="pt-BR" sz="1200" dirty="0">
                <a:solidFill>
                  <a:srgbClr val="79C0FF"/>
                </a:solidFill>
                <a:latin typeface="Consolas"/>
              </a:rPr>
              <a:t>esp_log.h</a:t>
            </a:r>
          </a:p>
          <a:p>
            <a:pPr marL="228600" indent="-228600">
              <a:buFont typeface="Arial"/>
              <a:buChar char="▸"/>
            </a:pPr>
            <a:r>
              <a:rPr lang="pt-BR" sz="1200" dirty="0">
                <a:solidFill>
                  <a:srgbClr val="79C0FF"/>
                </a:solidFill>
                <a:latin typeface="Consolas"/>
              </a:rPr>
              <a:t>freertos/FreeRTOS.h</a:t>
            </a:r>
          </a:p>
          <a:p>
            <a:pPr>
              <a:buNone/>
            </a:pPr>
            <a:endParaRPr lang="pt-BR" sz="400" dirty="0"/>
          </a:p>
          <a:p>
            <a:pPr>
              <a:buNone/>
            </a:pPr>
            <a:r>
              <a:rPr lang="pt-BR" sz="1500" b="1" dirty="0">
                <a:solidFill>
                  <a:srgbClr val="F78166"/>
                </a:solidFill>
              </a:rPr>
              <a:t>Nota Importante</a:t>
            </a:r>
          </a:p>
          <a:p>
            <a:pPr>
              <a:buNone/>
            </a:pPr>
            <a:r>
              <a:rPr lang="pt-BR" sz="1200" dirty="0">
                <a:solidFill>
                  <a:srgbClr val="8B949E"/>
                </a:solidFill>
              </a:rPr>
              <a:t>O driver adc_continuous gerencia automaticamente o GDMA. Não é necessário configurar DMA manualmente.</a:t>
            </a:r>
          </a:p>
        </p:txBody>
      </p:sp>
    </p:spTree>
    <p:extLst>
      <p:ext uri="{BB962C8B-B14F-4D97-AF65-F5344CB8AC3E}">
        <p14:creationId xmlns:p14="http://schemas.microsoft.com/office/powerpoint/2010/main" val="40750696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BA3DB0-81A3-B8BF-6EA5-27014116F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buNone/>
            </a:pPr>
            <a:r>
              <a:rPr lang="pt-BR" sz="3600" b="1" dirty="0">
                <a:solidFill>
                  <a:srgbClr val="F78166"/>
                </a:solidFill>
              </a:rPr>
              <a:t>07</a:t>
            </a:r>
            <a:r>
              <a:rPr lang="pt-BR" sz="3600" b="1" dirty="0">
                <a:solidFill>
                  <a:srgbClr val="F0F0F0"/>
                </a:solidFill>
              </a:rPr>
              <a:t> — Código Prático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1AE0557-C486-92CD-35D2-D5FBE495A4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>
              <a:buNone/>
            </a:pPr>
            <a:r>
              <a:rPr lang="pt-BR" sz="1800" dirty="0">
                <a:solidFill>
                  <a:srgbClr val="8B949E"/>
                </a:solidFill>
              </a:rPr>
              <a:t>Leitura ADC contínua com DMA — Exemplo funcional</a:t>
            </a:r>
          </a:p>
        </p:txBody>
      </p:sp>
    </p:spTree>
    <p:extLst>
      <p:ext uri="{BB962C8B-B14F-4D97-AF65-F5344CB8AC3E}">
        <p14:creationId xmlns:p14="http://schemas.microsoft.com/office/powerpoint/2010/main" val="37171784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D54366-8BAE-5ABC-8960-23D95014B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pt-BR" sz="2400" b="1" dirty="0">
                <a:solidFill>
                  <a:srgbClr val="F0F0F0"/>
                </a:solidFill>
              </a:rPr>
              <a:t>Código — Configuração do ADC + DMA</a:t>
            </a:r>
          </a:p>
        </p:txBody>
      </p:sp>
      <p:sp>
        <p:nvSpPr>
          <p:cNvPr id="10" name="Code"/>
          <p:cNvSpPr/>
          <p:nvPr/>
        </p:nvSpPr>
        <p:spPr>
          <a:xfrm>
            <a:off x="457200" y="1143000"/>
            <a:ext cx="11277600" cy="4114800"/>
          </a:xfrm>
          <a:prstGeom prst="roundRect">
            <a:avLst>
              <a:gd name="adj" fmla="val 2000"/>
            </a:avLst>
          </a:prstGeom>
          <a:solidFill>
            <a:srgbClr val="0D1117"/>
          </a:solidFill>
          <a:ln w="12700">
            <a:solidFill>
              <a:srgbClr val="30363D"/>
            </a:solidFill>
          </a:ln>
        </p:spPr>
        <p:txBody>
          <a:bodyPr wrap="square" lIns="91440" tIns="54864" rIns="91440" bIns="54864" anchor="t"/>
          <a:lstStyle/>
          <a:p>
            <a:pPr>
              <a:buNone/>
            </a:pPr>
            <a:r>
              <a:rPr lang="pt-BR" sz="1000" dirty="0">
                <a:solidFill>
                  <a:srgbClr val="D2A8FF"/>
                </a:solidFill>
                <a:latin typeface="Consolas"/>
              </a:rPr>
              <a:t>#include</a:t>
            </a:r>
            <a:r>
              <a:rPr lang="pt-BR" sz="1000" dirty="0">
                <a:solidFill>
                  <a:srgbClr val="C9D1D9"/>
                </a:solidFill>
                <a:latin typeface="Consolas"/>
              </a:rPr>
              <a:t> &lt;string.h&gt;</a:t>
            </a:r>
          </a:p>
          <a:p>
            <a:pPr>
              <a:buNone/>
            </a:pPr>
            <a:r>
              <a:rPr lang="pt-BR" sz="1000" dirty="0">
                <a:solidFill>
                  <a:srgbClr val="D2A8FF"/>
                </a:solidFill>
                <a:latin typeface="Consolas"/>
              </a:rPr>
              <a:t>#include</a:t>
            </a:r>
            <a:r>
              <a:rPr lang="pt-BR" sz="1000" dirty="0">
                <a:solidFill>
                  <a:srgbClr val="C9D1D9"/>
                </a:solidFill>
                <a:latin typeface="Consolas"/>
              </a:rPr>
              <a:t> "esp_adc/adc_continuous.h"</a:t>
            </a:r>
          </a:p>
          <a:p>
            <a:pPr>
              <a:buNone/>
            </a:pPr>
            <a:r>
              <a:rPr lang="pt-BR" sz="1000" dirty="0">
                <a:solidFill>
                  <a:srgbClr val="D2A8FF"/>
                </a:solidFill>
                <a:latin typeface="Consolas"/>
              </a:rPr>
              <a:t>#include</a:t>
            </a:r>
            <a:r>
              <a:rPr lang="pt-BR" sz="1000" dirty="0">
                <a:solidFill>
                  <a:srgbClr val="C9D1D9"/>
                </a:solidFill>
                <a:latin typeface="Consolas"/>
              </a:rPr>
              <a:t> "esp_log.h"</a:t>
            </a:r>
          </a:p>
          <a:p>
            <a:pPr>
              <a:buNone/>
            </a:pPr>
            <a:endParaRPr lang="pt-BR" sz="600" dirty="0">
              <a:latin typeface="Consolas"/>
            </a:endParaRPr>
          </a:p>
          <a:p>
            <a:pPr>
              <a:buNone/>
            </a:pPr>
            <a:r>
              <a:rPr lang="pt-BR" sz="1000" dirty="0">
                <a:solidFill>
                  <a:srgbClr val="8B949E"/>
                </a:solidFill>
                <a:latin typeface="Consolas"/>
              </a:rPr>
              <a:t>// Definições do buffer DMA</a:t>
            </a:r>
          </a:p>
          <a:p>
            <a:pPr>
              <a:buNone/>
            </a:pPr>
            <a:r>
              <a:rPr lang="pt-BR" sz="1000" dirty="0">
                <a:solidFill>
                  <a:srgbClr val="D2A8FF"/>
                </a:solidFill>
                <a:latin typeface="Consolas"/>
              </a:rPr>
              <a:t>#define</a:t>
            </a:r>
            <a:r>
              <a:rPr lang="pt-BR" sz="1000" dirty="0">
                <a:solidFill>
                  <a:srgbClr val="79C0FF"/>
                </a:solidFill>
                <a:latin typeface="Consolas"/>
              </a:rPr>
              <a:t> ADC_BUFFER_SIZE  </a:t>
            </a:r>
            <a:r>
              <a:rPr lang="pt-BR" sz="1000" dirty="0">
                <a:solidFill>
                  <a:srgbClr val="F78166"/>
                </a:solidFill>
                <a:latin typeface="Consolas"/>
              </a:rPr>
              <a:t>1024</a:t>
            </a:r>
          </a:p>
          <a:p>
            <a:pPr>
              <a:buNone/>
            </a:pPr>
            <a:r>
              <a:rPr lang="pt-BR" sz="1000" dirty="0">
                <a:solidFill>
                  <a:srgbClr val="D2A8FF"/>
                </a:solidFill>
                <a:latin typeface="Consolas"/>
              </a:rPr>
              <a:t>#define</a:t>
            </a:r>
            <a:r>
              <a:rPr lang="pt-BR" sz="1000" dirty="0">
                <a:solidFill>
                  <a:srgbClr val="79C0FF"/>
                </a:solidFill>
                <a:latin typeface="Consolas"/>
              </a:rPr>
              <a:t> ADC_SAMPLE_FREQ  </a:t>
            </a:r>
            <a:r>
              <a:rPr lang="pt-BR" sz="1000" dirty="0">
                <a:solidFill>
                  <a:srgbClr val="F78166"/>
                </a:solidFill>
                <a:latin typeface="Consolas"/>
              </a:rPr>
              <a:t>20000</a:t>
            </a:r>
            <a:r>
              <a:rPr lang="pt-BR" sz="1000" dirty="0">
                <a:solidFill>
                  <a:srgbClr val="8B949E"/>
                </a:solidFill>
                <a:latin typeface="Consolas"/>
              </a:rPr>
              <a:t>  // 20 kHz</a:t>
            </a:r>
          </a:p>
          <a:p>
            <a:pPr>
              <a:buNone/>
            </a:pPr>
            <a:endParaRPr lang="pt-BR" sz="600" dirty="0">
              <a:latin typeface="Consolas"/>
            </a:endParaRPr>
          </a:p>
          <a:p>
            <a:pPr>
              <a:buNone/>
            </a:pPr>
            <a:r>
              <a:rPr lang="pt-BR" sz="1000" dirty="0">
                <a:solidFill>
                  <a:srgbClr val="D2A8FF"/>
                </a:solidFill>
                <a:latin typeface="Consolas"/>
              </a:rPr>
              <a:t>static</a:t>
            </a:r>
            <a:r>
              <a:rPr lang="pt-BR" sz="1000" dirty="0">
                <a:solidFill>
                  <a:srgbClr val="C9D1D9"/>
                </a:solidFill>
                <a:latin typeface="Consolas"/>
              </a:rPr>
              <a:t> adc_continuous_handle_t adc_handle = NULL;</a:t>
            </a:r>
          </a:p>
          <a:p>
            <a:pPr>
              <a:buNone/>
            </a:pPr>
            <a:endParaRPr lang="pt-BR" sz="600" dirty="0">
              <a:latin typeface="Consolas"/>
            </a:endParaRPr>
          </a:p>
          <a:p>
            <a:pPr>
              <a:buNone/>
            </a:pPr>
            <a:r>
              <a:rPr lang="pt-BR" sz="1000" dirty="0">
                <a:solidFill>
                  <a:srgbClr val="D2A8FF"/>
                </a:solidFill>
                <a:latin typeface="Consolas"/>
              </a:rPr>
              <a:t>void</a:t>
            </a:r>
            <a:r>
              <a:rPr lang="pt-BR" sz="1000" dirty="0">
                <a:solidFill>
                  <a:srgbClr val="3FB950"/>
                </a:solidFill>
                <a:latin typeface="Consolas"/>
              </a:rPr>
              <a:t> adc_dma_init</a:t>
            </a:r>
            <a:r>
              <a:rPr lang="pt-BR" sz="1000" dirty="0">
                <a:solidFill>
                  <a:srgbClr val="C9D1D9"/>
                </a:solidFill>
                <a:latin typeface="Consolas"/>
              </a:rPr>
              <a:t>(</a:t>
            </a:r>
            <a:r>
              <a:rPr lang="pt-BR" sz="1000" dirty="0">
                <a:solidFill>
                  <a:srgbClr val="D2A8FF"/>
                </a:solidFill>
                <a:latin typeface="Consolas"/>
              </a:rPr>
              <a:t>void</a:t>
            </a:r>
            <a:r>
              <a:rPr lang="pt-BR" sz="1000" dirty="0">
                <a:solidFill>
                  <a:srgbClr val="C9D1D9"/>
                </a:solidFill>
                <a:latin typeface="Consolas"/>
              </a:rPr>
              <a:t>) {</a:t>
            </a:r>
          </a:p>
          <a:p>
            <a:pPr>
              <a:buNone/>
            </a:pPr>
            <a:r>
              <a:rPr lang="pt-BR" sz="1000" dirty="0">
                <a:solidFill>
                  <a:srgbClr val="C9D1D9"/>
                </a:solidFill>
                <a:latin typeface="Consolas"/>
              </a:rPr>
              <a:t>    adc_continuous_handle_cfg_t handle_cfg = {</a:t>
            </a:r>
          </a:p>
          <a:p>
            <a:pPr>
              <a:buNone/>
            </a:pPr>
            <a:r>
              <a:rPr lang="pt-BR" sz="1000" dirty="0">
                <a:solidFill>
                  <a:srgbClr val="C9D1D9"/>
                </a:solidFill>
                <a:latin typeface="Consolas"/>
              </a:rPr>
              <a:t>        .max_store_buf_size = </a:t>
            </a:r>
            <a:r>
              <a:rPr lang="pt-BR" sz="1000" dirty="0">
                <a:solidFill>
                  <a:srgbClr val="F78166"/>
                </a:solidFill>
                <a:latin typeface="Consolas"/>
              </a:rPr>
              <a:t>4096</a:t>
            </a:r>
            <a:r>
              <a:rPr lang="pt-BR" sz="1000" dirty="0">
                <a:solidFill>
                  <a:srgbClr val="C9D1D9"/>
                </a:solidFill>
                <a:latin typeface="Consolas"/>
              </a:rPr>
              <a:t>,</a:t>
            </a:r>
          </a:p>
          <a:p>
            <a:pPr>
              <a:buNone/>
            </a:pPr>
            <a:r>
              <a:rPr lang="pt-BR" sz="1000" dirty="0">
                <a:solidFill>
                  <a:srgbClr val="C9D1D9"/>
                </a:solidFill>
                <a:latin typeface="Consolas"/>
              </a:rPr>
              <a:t>        .conv_frame_size = ADC_BUFFER_SIZE,</a:t>
            </a:r>
          </a:p>
          <a:p>
            <a:pPr>
              <a:buNone/>
            </a:pPr>
            <a:r>
              <a:rPr lang="pt-BR" sz="1000" dirty="0">
                <a:solidFill>
                  <a:srgbClr val="C9D1D9"/>
                </a:solidFill>
                <a:latin typeface="Consolas"/>
              </a:rPr>
              <a:t>    };</a:t>
            </a:r>
          </a:p>
          <a:p>
            <a:pPr>
              <a:buNone/>
            </a:pPr>
            <a:r>
              <a:rPr lang="pt-BR" sz="1000" dirty="0">
                <a:solidFill>
                  <a:srgbClr val="C9D1D9"/>
                </a:solidFill>
                <a:latin typeface="Consolas"/>
              </a:rPr>
              <a:t>    adc_continuous_new_handle(</a:t>
            </a:r>
            <a:r>
              <a:rPr lang="pt-BR" sz="1000" dirty="0">
                <a:solidFill>
                  <a:srgbClr val="58A6FF"/>
                </a:solidFill>
                <a:latin typeface="Consolas"/>
              </a:rPr>
              <a:t>&amp;</a:t>
            </a:r>
            <a:r>
              <a:rPr lang="pt-BR" sz="1000" dirty="0">
                <a:solidFill>
                  <a:srgbClr val="C9D1D9"/>
                </a:solidFill>
                <a:latin typeface="Consolas"/>
              </a:rPr>
              <a:t>handle_cfg, </a:t>
            </a:r>
            <a:r>
              <a:rPr lang="pt-BR" sz="1000" dirty="0">
                <a:solidFill>
                  <a:srgbClr val="58A6FF"/>
                </a:solidFill>
                <a:latin typeface="Consolas"/>
              </a:rPr>
              <a:t>&amp;</a:t>
            </a:r>
            <a:r>
              <a:rPr lang="pt-BR" sz="1000" dirty="0">
                <a:solidFill>
                  <a:srgbClr val="C9D1D9"/>
                </a:solidFill>
                <a:latin typeface="Consolas"/>
              </a:rPr>
              <a:t>adc_handle);</a:t>
            </a:r>
          </a:p>
          <a:p>
            <a:pPr>
              <a:buNone/>
            </a:pPr>
            <a:endParaRPr lang="pt-BR" sz="600" dirty="0">
              <a:latin typeface="Consolas"/>
            </a:endParaRPr>
          </a:p>
          <a:p>
            <a:pPr>
              <a:buNone/>
            </a:pPr>
            <a:r>
              <a:rPr lang="pt-BR" sz="1000" dirty="0">
                <a:solidFill>
                  <a:srgbClr val="8B949E"/>
                </a:solidFill>
                <a:latin typeface="Consolas"/>
              </a:rPr>
              <a:t>    // Configura canal ADC (GPIO4 = ADC1_CH3)</a:t>
            </a:r>
          </a:p>
          <a:p>
            <a:pPr>
              <a:buNone/>
            </a:pPr>
            <a:r>
              <a:rPr lang="pt-BR" sz="1000" dirty="0">
                <a:solidFill>
                  <a:srgbClr val="C9D1D9"/>
                </a:solidFill>
                <a:latin typeface="Consolas"/>
              </a:rPr>
              <a:t>    adc_digi_pattern_config_t pattern = {</a:t>
            </a:r>
          </a:p>
          <a:p>
            <a:pPr>
              <a:buNone/>
            </a:pPr>
            <a:r>
              <a:rPr lang="pt-BR" sz="1000" dirty="0">
                <a:solidFill>
                  <a:srgbClr val="C9D1D9"/>
                </a:solidFill>
                <a:latin typeface="Consolas"/>
              </a:rPr>
              <a:t>        .atten = ADC_ATTEN_DB_12,</a:t>
            </a:r>
          </a:p>
          <a:p>
            <a:pPr>
              <a:buNone/>
            </a:pPr>
            <a:r>
              <a:rPr lang="pt-BR" sz="1000" dirty="0">
                <a:solidFill>
                  <a:srgbClr val="C9D1D9"/>
                </a:solidFill>
                <a:latin typeface="Consolas"/>
              </a:rPr>
              <a:t>        .channel = ADC_CHANNEL_3,</a:t>
            </a:r>
          </a:p>
          <a:p>
            <a:pPr>
              <a:buNone/>
            </a:pPr>
            <a:r>
              <a:rPr lang="pt-BR" sz="1000" dirty="0">
                <a:solidFill>
                  <a:srgbClr val="C9D1D9"/>
                </a:solidFill>
                <a:latin typeface="Consolas"/>
              </a:rPr>
              <a:t>        .unit = ADC_UNIT_1,</a:t>
            </a:r>
          </a:p>
          <a:p>
            <a:pPr>
              <a:buNone/>
            </a:pPr>
            <a:r>
              <a:rPr lang="pt-BR" sz="1000" dirty="0">
                <a:solidFill>
                  <a:srgbClr val="C9D1D9"/>
                </a:solidFill>
                <a:latin typeface="Consolas"/>
              </a:rPr>
              <a:t>        .bit_width = ADC_BITWIDTH_12,</a:t>
            </a:r>
          </a:p>
          <a:p>
            <a:pPr>
              <a:buNone/>
            </a:pPr>
            <a:r>
              <a:rPr lang="pt-BR" sz="1000" dirty="0">
                <a:solidFill>
                  <a:srgbClr val="C9D1D9"/>
                </a:solidFill>
                <a:latin typeface="Consolas"/>
              </a:rPr>
              <a:t>    };</a:t>
            </a:r>
          </a:p>
          <a:p>
            <a:pPr>
              <a:buNone/>
            </a:pPr>
            <a:r>
              <a:rPr lang="pt-BR" sz="1000" dirty="0">
                <a:solidFill>
                  <a:srgbClr val="8B949E"/>
                </a:solidFill>
                <a:latin typeface="Consolas"/>
              </a:rPr>
              <a:t>    // ... (continua no próximo slide)</a:t>
            </a:r>
          </a:p>
          <a:p>
            <a:pPr>
              <a:buNone/>
            </a:pPr>
            <a:r>
              <a:rPr lang="pt-BR" sz="1000" dirty="0">
                <a:solidFill>
                  <a:srgbClr val="C9D1D9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800697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BFC6D8-C88F-F8C4-8BAB-CD7D68A9E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pt-BR" sz="2400" b="1" dirty="0">
                <a:solidFill>
                  <a:srgbClr val="F0F0F0"/>
                </a:solidFill>
              </a:rPr>
              <a:t>Código — Callback e Loop Principal</a:t>
            </a:r>
          </a:p>
        </p:txBody>
      </p:sp>
      <p:sp>
        <p:nvSpPr>
          <p:cNvPr id="10" name="Code2"/>
          <p:cNvSpPr/>
          <p:nvPr/>
        </p:nvSpPr>
        <p:spPr>
          <a:xfrm>
            <a:off x="457200" y="1143000"/>
            <a:ext cx="11277600" cy="4114800"/>
          </a:xfrm>
          <a:prstGeom prst="roundRect">
            <a:avLst>
              <a:gd name="adj" fmla="val 2000"/>
            </a:avLst>
          </a:prstGeom>
          <a:solidFill>
            <a:srgbClr val="0D1117"/>
          </a:solidFill>
          <a:ln w="12700">
            <a:solidFill>
              <a:srgbClr val="30363D"/>
            </a:solidFill>
          </a:ln>
        </p:spPr>
        <p:txBody>
          <a:bodyPr wrap="square" lIns="91440" tIns="54864" rIns="91440" bIns="54864" anchor="t"/>
          <a:lstStyle/>
          <a:p>
            <a:pPr>
              <a:buNone/>
            </a:pPr>
            <a:r>
              <a:rPr lang="pt-BR" sz="1000" dirty="0">
                <a:solidFill>
                  <a:srgbClr val="8B949E"/>
                </a:solidFill>
                <a:latin typeface="Consolas"/>
              </a:rPr>
              <a:t>// Callback quando DMA completa conversão</a:t>
            </a:r>
          </a:p>
          <a:p>
            <a:pPr>
              <a:buNone/>
            </a:pPr>
            <a:r>
              <a:rPr lang="pt-BR" sz="1000" dirty="0">
                <a:solidFill>
                  <a:srgbClr val="D2A8FF"/>
                </a:solidFill>
                <a:latin typeface="Consolas"/>
              </a:rPr>
              <a:t>static bool</a:t>
            </a:r>
            <a:r>
              <a:rPr lang="pt-BR" sz="1000" dirty="0">
                <a:solidFill>
                  <a:srgbClr val="C9D1D9"/>
                </a:solidFill>
                <a:latin typeface="Consolas"/>
              </a:rPr>
              <a:t> IRAM_ATTR </a:t>
            </a:r>
            <a:r>
              <a:rPr lang="pt-BR" sz="1000" dirty="0">
                <a:solidFill>
                  <a:srgbClr val="3FB950"/>
                </a:solidFill>
                <a:latin typeface="Consolas"/>
              </a:rPr>
              <a:t>adc_conv_done_cb</a:t>
            </a:r>
            <a:r>
              <a:rPr lang="pt-BR" sz="1000" dirty="0">
                <a:solidFill>
                  <a:srgbClr val="C9D1D9"/>
                </a:solidFill>
                <a:latin typeface="Consolas"/>
              </a:rPr>
              <a:t>(...) {</a:t>
            </a:r>
          </a:p>
          <a:p>
            <a:pPr>
              <a:buNone/>
            </a:pPr>
            <a:r>
              <a:rPr lang="pt-BR" sz="1000" dirty="0">
                <a:solidFill>
                  <a:srgbClr val="C9D1D9"/>
                </a:solidFill>
                <a:latin typeface="Consolas"/>
              </a:rPr>
              <a:t>    BaseType_t yield = pdFALSE;</a:t>
            </a:r>
          </a:p>
          <a:p>
            <a:pPr>
              <a:buNone/>
            </a:pPr>
            <a:r>
              <a:rPr lang="pt-BR" sz="1000" dirty="0">
                <a:solidFill>
                  <a:srgbClr val="C9D1D9"/>
                </a:solidFill>
                <a:latin typeface="Consolas"/>
              </a:rPr>
              <a:t>    vTaskNotifyGiveFromISR(task_handle, </a:t>
            </a:r>
            <a:r>
              <a:rPr lang="pt-BR" sz="1000" dirty="0">
                <a:solidFill>
                  <a:srgbClr val="58A6FF"/>
                </a:solidFill>
                <a:latin typeface="Consolas"/>
              </a:rPr>
              <a:t>&amp;</a:t>
            </a:r>
            <a:r>
              <a:rPr lang="pt-BR" sz="1000" dirty="0">
                <a:solidFill>
                  <a:srgbClr val="C9D1D9"/>
                </a:solidFill>
                <a:latin typeface="Consolas"/>
              </a:rPr>
              <a:t>yield);</a:t>
            </a:r>
          </a:p>
          <a:p>
            <a:pPr>
              <a:buNone/>
            </a:pPr>
            <a:r>
              <a:rPr lang="pt-BR" sz="1000" dirty="0">
                <a:solidFill>
                  <a:srgbClr val="D2A8FF"/>
                </a:solidFill>
                <a:latin typeface="Consolas"/>
              </a:rPr>
              <a:t>    return</a:t>
            </a:r>
            <a:r>
              <a:rPr lang="pt-BR" sz="1000" dirty="0">
                <a:solidFill>
                  <a:srgbClr val="C9D1D9"/>
                </a:solidFill>
                <a:latin typeface="Consolas"/>
              </a:rPr>
              <a:t> (yield == pdTRUE);</a:t>
            </a:r>
          </a:p>
          <a:p>
            <a:pPr>
              <a:buNone/>
            </a:pPr>
            <a:r>
              <a:rPr lang="pt-BR" sz="1000" dirty="0">
                <a:solidFill>
                  <a:srgbClr val="C9D1D9"/>
                </a:solidFill>
                <a:latin typeface="Consolas"/>
              </a:rPr>
              <a:t>}</a:t>
            </a:r>
          </a:p>
          <a:p>
            <a:pPr>
              <a:buNone/>
            </a:pPr>
            <a:endParaRPr lang="pt-BR" sz="600" dirty="0">
              <a:latin typeface="Consolas"/>
            </a:endParaRPr>
          </a:p>
          <a:p>
            <a:pPr>
              <a:buNone/>
            </a:pPr>
            <a:r>
              <a:rPr lang="pt-BR" sz="1000" dirty="0">
                <a:solidFill>
                  <a:srgbClr val="8B949E"/>
                </a:solidFill>
                <a:latin typeface="Consolas"/>
              </a:rPr>
              <a:t>// Loop principal: lê buffer DMA</a:t>
            </a:r>
          </a:p>
          <a:p>
            <a:pPr>
              <a:buNone/>
            </a:pPr>
            <a:r>
              <a:rPr lang="pt-BR" sz="1000" dirty="0">
                <a:solidFill>
                  <a:srgbClr val="D2A8FF"/>
                </a:solidFill>
                <a:latin typeface="Consolas"/>
              </a:rPr>
              <a:t>void</a:t>
            </a:r>
            <a:r>
              <a:rPr lang="pt-BR" sz="1000" dirty="0">
                <a:solidFill>
                  <a:srgbClr val="3FB950"/>
                </a:solidFill>
                <a:latin typeface="Consolas"/>
              </a:rPr>
              <a:t> app_main</a:t>
            </a:r>
            <a:r>
              <a:rPr lang="pt-BR" sz="1000" dirty="0">
                <a:solidFill>
                  <a:srgbClr val="C9D1D9"/>
                </a:solidFill>
                <a:latin typeface="Consolas"/>
              </a:rPr>
              <a:t>(</a:t>
            </a:r>
            <a:r>
              <a:rPr lang="pt-BR" sz="1000" dirty="0">
                <a:solidFill>
                  <a:srgbClr val="D2A8FF"/>
                </a:solidFill>
                <a:latin typeface="Consolas"/>
              </a:rPr>
              <a:t>void</a:t>
            </a:r>
            <a:r>
              <a:rPr lang="pt-BR" sz="1000" dirty="0">
                <a:solidFill>
                  <a:srgbClr val="C9D1D9"/>
                </a:solidFill>
                <a:latin typeface="Consolas"/>
              </a:rPr>
              <a:t>) {</a:t>
            </a:r>
          </a:p>
          <a:p>
            <a:pPr>
              <a:buNone/>
            </a:pPr>
            <a:r>
              <a:rPr lang="pt-BR" sz="1000" dirty="0">
                <a:solidFill>
                  <a:srgbClr val="C9D1D9"/>
                </a:solidFill>
                <a:latin typeface="Consolas"/>
              </a:rPr>
              <a:t>    adc_dma_init();</a:t>
            </a:r>
          </a:p>
          <a:p>
            <a:pPr>
              <a:buNone/>
            </a:pPr>
            <a:r>
              <a:rPr lang="pt-BR" sz="1000" dirty="0">
                <a:solidFill>
                  <a:srgbClr val="C9D1D9"/>
                </a:solidFill>
                <a:latin typeface="Consolas"/>
              </a:rPr>
              <a:t>    adc_continuous_start(adc_handle);</a:t>
            </a:r>
          </a:p>
          <a:p>
            <a:pPr>
              <a:buNone/>
            </a:pPr>
            <a:r>
              <a:rPr lang="pt-BR" sz="1000" dirty="0">
                <a:solidFill>
                  <a:srgbClr val="C9D1D9"/>
                </a:solidFill>
                <a:latin typeface="Consolas"/>
              </a:rPr>
              <a:t>    </a:t>
            </a:r>
            <a:r>
              <a:rPr lang="pt-BR" sz="1000" dirty="0">
                <a:solidFill>
                  <a:srgbClr val="D2A8FF"/>
                </a:solidFill>
                <a:latin typeface="Consolas"/>
              </a:rPr>
              <a:t>uint8_t</a:t>
            </a:r>
            <a:r>
              <a:rPr lang="pt-BR" sz="1000" dirty="0">
                <a:solidFill>
                  <a:srgbClr val="C9D1D9"/>
                </a:solidFill>
                <a:latin typeface="Consolas"/>
              </a:rPr>
              <a:t> result[ADC_BUFFER_SIZE] = {0};</a:t>
            </a:r>
          </a:p>
          <a:p>
            <a:pPr>
              <a:buNone/>
            </a:pPr>
            <a:r>
              <a:rPr lang="pt-BR" sz="1000" dirty="0">
                <a:solidFill>
                  <a:srgbClr val="D2A8FF"/>
                </a:solidFill>
                <a:latin typeface="Consolas"/>
              </a:rPr>
              <a:t>    uint32_t</a:t>
            </a:r>
            <a:r>
              <a:rPr lang="pt-BR" sz="1000" dirty="0">
                <a:solidFill>
                  <a:srgbClr val="C9D1D9"/>
                </a:solidFill>
                <a:latin typeface="Consolas"/>
              </a:rPr>
              <a:t> ret_num = 0;</a:t>
            </a:r>
          </a:p>
          <a:p>
            <a:pPr>
              <a:buNone/>
            </a:pPr>
            <a:endParaRPr lang="pt-BR" sz="600" dirty="0">
              <a:latin typeface="Consolas"/>
            </a:endParaRPr>
          </a:p>
          <a:p>
            <a:pPr>
              <a:buNone/>
            </a:pPr>
            <a:r>
              <a:rPr lang="pt-BR" sz="1000" dirty="0">
                <a:solidFill>
                  <a:srgbClr val="D2A8FF"/>
                </a:solidFill>
                <a:latin typeface="Consolas"/>
              </a:rPr>
              <a:t>    while</a:t>
            </a:r>
            <a:r>
              <a:rPr lang="pt-BR" sz="1000" dirty="0">
                <a:solidFill>
                  <a:srgbClr val="C9D1D9"/>
                </a:solidFill>
                <a:latin typeface="Consolas"/>
              </a:rPr>
              <a:t>(1) {</a:t>
            </a:r>
          </a:p>
          <a:p>
            <a:pPr>
              <a:buNone/>
            </a:pPr>
            <a:r>
              <a:rPr lang="pt-BR" sz="1000" dirty="0">
                <a:solidFill>
                  <a:srgbClr val="C9D1D9"/>
                </a:solidFill>
                <a:latin typeface="Consolas"/>
              </a:rPr>
              <a:t>        ulTaskNotifyTake(pdTRUE, portMAX_DELAY);</a:t>
            </a:r>
          </a:p>
          <a:p>
            <a:pPr>
              <a:buNone/>
            </a:pPr>
            <a:r>
              <a:rPr lang="pt-BR" sz="1000" dirty="0">
                <a:solidFill>
                  <a:srgbClr val="C9D1D9"/>
                </a:solidFill>
                <a:latin typeface="Consolas"/>
              </a:rPr>
              <a:t>        adc_continuous_read(adc_handle,</a:t>
            </a:r>
          </a:p>
          <a:p>
            <a:pPr>
              <a:buNone/>
            </a:pPr>
            <a:r>
              <a:rPr lang="pt-BR" sz="1000" dirty="0">
                <a:solidFill>
                  <a:srgbClr val="C9D1D9"/>
                </a:solidFill>
                <a:latin typeface="Consolas"/>
              </a:rPr>
              <a:t>            result, ADC_BUFFER_SIZE, </a:t>
            </a:r>
            <a:r>
              <a:rPr lang="pt-BR" sz="1000" dirty="0">
                <a:solidFill>
                  <a:srgbClr val="58A6FF"/>
                </a:solidFill>
                <a:latin typeface="Consolas"/>
              </a:rPr>
              <a:t>&amp;</a:t>
            </a:r>
            <a:r>
              <a:rPr lang="pt-BR" sz="1000" dirty="0">
                <a:solidFill>
                  <a:srgbClr val="C9D1D9"/>
                </a:solidFill>
                <a:latin typeface="Consolas"/>
              </a:rPr>
              <a:t>ret_num, 0);</a:t>
            </a:r>
          </a:p>
          <a:p>
            <a:pPr>
              <a:buNone/>
            </a:pPr>
            <a:r>
              <a:rPr lang="pt-BR" sz="1000" dirty="0">
                <a:solidFill>
                  <a:srgbClr val="8B949E"/>
                </a:solidFill>
                <a:latin typeface="Consolas"/>
              </a:rPr>
              <a:t>        // Processar dados aqui...</a:t>
            </a:r>
          </a:p>
          <a:p>
            <a:pPr>
              <a:buNone/>
            </a:pPr>
            <a:r>
              <a:rPr lang="pt-BR" sz="1000" dirty="0">
                <a:solidFill>
                  <a:srgbClr val="C9D1D9"/>
                </a:solidFill>
                <a:latin typeface="Consolas"/>
              </a:rPr>
              <a:t>    }</a:t>
            </a:r>
          </a:p>
          <a:p>
            <a:pPr>
              <a:buNone/>
            </a:pPr>
            <a:r>
              <a:rPr lang="pt-BR" sz="1000" dirty="0">
                <a:solidFill>
                  <a:srgbClr val="C9D1D9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605574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AE4262-1F6C-303B-7743-BA7F1008C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pt-BR" sz="2800" b="1" dirty="0">
                <a:solidFill>
                  <a:srgbClr val="F0F0F0"/>
                </a:solidFill>
              </a:rPr>
              <a:t>Fluxo de Execução do Código</a:t>
            </a:r>
          </a:p>
        </p:txBody>
      </p:sp>
      <p:sp>
        <p:nvSpPr>
          <p:cNvPr id="10" name="B10"/>
          <p:cNvSpPr/>
          <p:nvPr/>
        </p:nvSpPr>
        <p:spPr>
          <a:xfrm>
            <a:off x="914400" y="1143000"/>
            <a:ext cx="3200400" cy="457200"/>
          </a:xfrm>
          <a:prstGeom prst="roundRect">
            <a:avLst/>
          </a:prstGeom>
          <a:solidFill>
            <a:srgbClr val="1A0D2B"/>
          </a:solidFill>
          <a:ln w="12700">
            <a:solidFill>
              <a:srgbClr val="D2A8FF"/>
            </a:solidFill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400" b="1" dirty="0">
                <a:solidFill>
                  <a:srgbClr val="D2A8FF"/>
                </a:solidFill>
              </a:rPr>
              <a:t>1. adc_dma_init()</a:t>
            </a:r>
          </a:p>
        </p:txBody>
      </p:sp>
      <p:sp>
        <p:nvSpPr>
          <p:cNvPr id="11" name="B11"/>
          <p:cNvSpPr/>
          <p:nvPr/>
        </p:nvSpPr>
        <p:spPr>
          <a:xfrm>
            <a:off x="4572000" y="1143000"/>
            <a:ext cx="4571040" cy="457200"/>
          </a:xfrm>
          <a:prstGeom prst="roundRect">
            <a:avLst/>
          </a:prstGeom>
          <a:solidFill>
            <a:srgbClr val="161B22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400" dirty="0">
                <a:solidFill>
                  <a:srgbClr val="C9D1D9"/>
                </a:solidFill>
              </a:rPr>
              <a:t>Aloca handle + configura canal</a:t>
            </a:r>
          </a:p>
        </p:txBody>
      </p:sp>
      <p:sp>
        <p:nvSpPr>
          <p:cNvPr id="12" name="A12"/>
          <p:cNvSpPr/>
          <p:nvPr/>
        </p:nvSpPr>
        <p:spPr>
          <a:xfrm>
            <a:off x="2423160" y="1600200"/>
            <a:ext cx="182880" cy="137160"/>
          </a:xfrm>
          <a:prstGeom prst="downArrow">
            <a:avLst/>
          </a:prstGeom>
          <a:solidFill>
            <a:srgbClr val="D2A8FF"/>
          </a:solidFill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3" name="B13"/>
          <p:cNvSpPr/>
          <p:nvPr/>
        </p:nvSpPr>
        <p:spPr>
          <a:xfrm>
            <a:off x="914400" y="1737360"/>
            <a:ext cx="3200400" cy="457200"/>
          </a:xfrm>
          <a:prstGeom prst="roundRect">
            <a:avLst/>
          </a:prstGeom>
          <a:solidFill>
            <a:srgbClr val="0D2818"/>
          </a:solidFill>
          <a:ln w="12700">
            <a:solidFill>
              <a:srgbClr val="3FB950"/>
            </a:solidFill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400" b="1" dirty="0">
                <a:solidFill>
                  <a:srgbClr val="3FB950"/>
                </a:solidFill>
              </a:rPr>
              <a:t>2. adc_continuous_start()</a:t>
            </a:r>
          </a:p>
        </p:txBody>
      </p:sp>
      <p:sp>
        <p:nvSpPr>
          <p:cNvPr id="14" name="B14"/>
          <p:cNvSpPr/>
          <p:nvPr/>
        </p:nvSpPr>
        <p:spPr>
          <a:xfrm>
            <a:off x="4572000" y="1737360"/>
            <a:ext cx="4571040" cy="457200"/>
          </a:xfrm>
          <a:prstGeom prst="roundRect">
            <a:avLst/>
          </a:prstGeom>
          <a:solidFill>
            <a:srgbClr val="161B22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400" dirty="0">
                <a:solidFill>
                  <a:srgbClr val="C9D1D9"/>
                </a:solidFill>
              </a:rPr>
              <a:t>Inicia conversão + DMA</a:t>
            </a:r>
          </a:p>
        </p:txBody>
      </p:sp>
      <p:sp>
        <p:nvSpPr>
          <p:cNvPr id="15" name="A15"/>
          <p:cNvSpPr/>
          <p:nvPr/>
        </p:nvSpPr>
        <p:spPr>
          <a:xfrm>
            <a:off x="2423160" y="2194560"/>
            <a:ext cx="182880" cy="137160"/>
          </a:xfrm>
          <a:prstGeom prst="downArrow">
            <a:avLst/>
          </a:prstGeom>
          <a:solidFill>
            <a:srgbClr val="3FB950"/>
          </a:solidFill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6" name="B16"/>
          <p:cNvSpPr/>
          <p:nvPr/>
        </p:nvSpPr>
        <p:spPr>
          <a:xfrm>
            <a:off x="914400" y="2331720"/>
            <a:ext cx="3200400" cy="457200"/>
          </a:xfrm>
          <a:prstGeom prst="roundRect">
            <a:avLst/>
          </a:prstGeom>
          <a:solidFill>
            <a:srgbClr val="0D1F33"/>
          </a:solidFill>
          <a:ln w="12700">
            <a:solidFill>
              <a:srgbClr val="58A6FF"/>
            </a:solidFill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400" b="1" dirty="0">
                <a:solidFill>
                  <a:srgbClr val="58A6FF"/>
                </a:solidFill>
              </a:rPr>
              <a:t>3. ulTaskNotifyTake()</a:t>
            </a:r>
          </a:p>
        </p:txBody>
      </p:sp>
      <p:sp>
        <p:nvSpPr>
          <p:cNvPr id="17" name="B17"/>
          <p:cNvSpPr/>
          <p:nvPr/>
        </p:nvSpPr>
        <p:spPr>
          <a:xfrm>
            <a:off x="4572000" y="2331720"/>
            <a:ext cx="4571040" cy="457200"/>
          </a:xfrm>
          <a:prstGeom prst="roundRect">
            <a:avLst/>
          </a:prstGeom>
          <a:solidFill>
            <a:srgbClr val="161B22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400" dirty="0">
                <a:solidFill>
                  <a:srgbClr val="C9D1D9"/>
                </a:solidFill>
              </a:rPr>
              <a:t>Task bloqueia esperando IRQ</a:t>
            </a:r>
          </a:p>
        </p:txBody>
      </p:sp>
      <p:sp>
        <p:nvSpPr>
          <p:cNvPr id="18" name="A18"/>
          <p:cNvSpPr/>
          <p:nvPr/>
        </p:nvSpPr>
        <p:spPr>
          <a:xfrm>
            <a:off x="2423160" y="2788920"/>
            <a:ext cx="182880" cy="137160"/>
          </a:xfrm>
          <a:prstGeom prst="downArrow">
            <a:avLst/>
          </a:prstGeom>
          <a:solidFill>
            <a:srgbClr val="58A6FF"/>
          </a:solidFill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9" name="B19"/>
          <p:cNvSpPr/>
          <p:nvPr/>
        </p:nvSpPr>
        <p:spPr>
          <a:xfrm>
            <a:off x="914400" y="2926080"/>
            <a:ext cx="3200400" cy="457200"/>
          </a:xfrm>
          <a:prstGeom prst="roundRect">
            <a:avLst/>
          </a:prstGeom>
          <a:solidFill>
            <a:srgbClr val="2D1600"/>
          </a:solidFill>
          <a:ln w="12700">
            <a:solidFill>
              <a:srgbClr val="F78166"/>
            </a:solidFill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400" b="1" dirty="0">
                <a:solidFill>
                  <a:srgbClr val="F78166"/>
                </a:solidFill>
              </a:rPr>
              <a:t>4. Callback IRQ (DMA done)</a:t>
            </a:r>
          </a:p>
        </p:txBody>
      </p:sp>
      <p:sp>
        <p:nvSpPr>
          <p:cNvPr id="20" name="B20"/>
          <p:cNvSpPr/>
          <p:nvPr/>
        </p:nvSpPr>
        <p:spPr>
          <a:xfrm>
            <a:off x="4572000" y="2926080"/>
            <a:ext cx="4571040" cy="457200"/>
          </a:xfrm>
          <a:prstGeom prst="roundRect">
            <a:avLst/>
          </a:prstGeom>
          <a:solidFill>
            <a:srgbClr val="161B22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400" dirty="0">
                <a:solidFill>
                  <a:srgbClr val="C9D1D9"/>
                </a:solidFill>
              </a:rPr>
              <a:t>Buffer cheio → notifica task</a:t>
            </a:r>
          </a:p>
        </p:txBody>
      </p:sp>
      <p:sp>
        <p:nvSpPr>
          <p:cNvPr id="21" name="A21"/>
          <p:cNvSpPr/>
          <p:nvPr/>
        </p:nvSpPr>
        <p:spPr>
          <a:xfrm>
            <a:off x="2423160" y="3383280"/>
            <a:ext cx="182880" cy="137160"/>
          </a:xfrm>
          <a:prstGeom prst="downArrow">
            <a:avLst/>
          </a:prstGeom>
          <a:solidFill>
            <a:srgbClr val="F78166"/>
          </a:solidFill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22" name="B22"/>
          <p:cNvSpPr/>
          <p:nvPr/>
        </p:nvSpPr>
        <p:spPr>
          <a:xfrm>
            <a:off x="914400" y="3520440"/>
            <a:ext cx="3200400" cy="457200"/>
          </a:xfrm>
          <a:prstGeom prst="roundRect">
            <a:avLst/>
          </a:prstGeom>
          <a:solidFill>
            <a:srgbClr val="0D2818"/>
          </a:solidFill>
          <a:ln w="12700">
            <a:solidFill>
              <a:srgbClr val="3FB950"/>
            </a:solidFill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400" b="1" dirty="0">
                <a:solidFill>
                  <a:srgbClr val="3FB950"/>
                </a:solidFill>
              </a:rPr>
              <a:t>5. adc_continuous_read()</a:t>
            </a:r>
          </a:p>
        </p:txBody>
      </p:sp>
      <p:sp>
        <p:nvSpPr>
          <p:cNvPr id="23" name="B23"/>
          <p:cNvSpPr/>
          <p:nvPr/>
        </p:nvSpPr>
        <p:spPr>
          <a:xfrm>
            <a:off x="4572000" y="3520440"/>
            <a:ext cx="4571040" cy="457200"/>
          </a:xfrm>
          <a:prstGeom prst="roundRect">
            <a:avLst/>
          </a:prstGeom>
          <a:solidFill>
            <a:srgbClr val="161B22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400" dirty="0">
                <a:solidFill>
                  <a:srgbClr val="C9D1D9"/>
                </a:solidFill>
              </a:rPr>
              <a:t>Lê dados do buffer DMA</a:t>
            </a:r>
          </a:p>
        </p:txBody>
      </p:sp>
      <p:sp>
        <p:nvSpPr>
          <p:cNvPr id="24" name="A24"/>
          <p:cNvSpPr/>
          <p:nvPr/>
        </p:nvSpPr>
        <p:spPr>
          <a:xfrm>
            <a:off x="2423160" y="3977640"/>
            <a:ext cx="182880" cy="137160"/>
          </a:xfrm>
          <a:prstGeom prst="downArrow">
            <a:avLst/>
          </a:prstGeom>
          <a:solidFill>
            <a:srgbClr val="3FB950"/>
          </a:solidFill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25" name="B25"/>
          <p:cNvSpPr/>
          <p:nvPr/>
        </p:nvSpPr>
        <p:spPr>
          <a:xfrm>
            <a:off x="914400" y="4114800"/>
            <a:ext cx="3200400" cy="457200"/>
          </a:xfrm>
          <a:prstGeom prst="roundRect">
            <a:avLst/>
          </a:prstGeom>
          <a:solidFill>
            <a:srgbClr val="2D1600"/>
          </a:solidFill>
          <a:ln w="12700">
            <a:solidFill>
              <a:srgbClr val="FFA657"/>
            </a:solidFill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400" b="1" dirty="0">
                <a:solidFill>
                  <a:srgbClr val="FFA657"/>
                </a:solidFill>
              </a:rPr>
              <a:t>6. Processar dados</a:t>
            </a:r>
          </a:p>
        </p:txBody>
      </p:sp>
      <p:sp>
        <p:nvSpPr>
          <p:cNvPr id="26" name="B26"/>
          <p:cNvSpPr/>
          <p:nvPr/>
        </p:nvSpPr>
        <p:spPr>
          <a:xfrm>
            <a:off x="4572000" y="4114800"/>
            <a:ext cx="4571040" cy="457200"/>
          </a:xfrm>
          <a:prstGeom prst="roundRect">
            <a:avLst/>
          </a:prstGeom>
          <a:solidFill>
            <a:srgbClr val="161B22"/>
          </a:solidFill>
          <a:ln w="0">
            <a:noFill/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400" dirty="0">
                <a:solidFill>
                  <a:srgbClr val="C9D1D9"/>
                </a:solidFill>
              </a:rPr>
              <a:t>FFT, filtro, envio WiFi...</a:t>
            </a:r>
          </a:p>
        </p:txBody>
      </p:sp>
      <p:sp>
        <p:nvSpPr>
          <p:cNvPr id="90" name="B90"/>
          <p:cNvSpPr/>
          <p:nvPr/>
        </p:nvSpPr>
        <p:spPr>
          <a:xfrm>
            <a:off x="457200" y="2926080"/>
            <a:ext cx="365760" cy="16459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pt-BR" sz="1200" b="1" dirty="0">
                <a:solidFill>
                  <a:srgbClr val="58A6FF"/>
                </a:solidFill>
              </a:rPr>
              <a:t>LOOP</a:t>
            </a:r>
          </a:p>
        </p:txBody>
      </p:sp>
    </p:spTree>
    <p:extLst>
      <p:ext uri="{BB962C8B-B14F-4D97-AF65-F5344CB8AC3E}">
        <p14:creationId xmlns:p14="http://schemas.microsoft.com/office/powerpoint/2010/main" val="27375601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78BF8A-D681-0910-B30A-E3BE1137B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buNone/>
            </a:pPr>
            <a:r>
              <a:rPr lang="pt-BR" sz="3600" b="1" dirty="0">
                <a:solidFill>
                  <a:srgbClr val="D2A8FF"/>
                </a:solidFill>
              </a:rPr>
              <a:t>08</a:t>
            </a:r>
            <a:r>
              <a:rPr lang="pt-BR" sz="3600" b="1" dirty="0">
                <a:solidFill>
                  <a:srgbClr val="F0F0F0"/>
                </a:solidFill>
              </a:rPr>
              <a:t> — Comparativo Final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048C7E2-8227-CC19-DC61-9EDB75FC1F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>
              <a:buNone/>
            </a:pPr>
            <a:r>
              <a:rPr lang="pt-BR" sz="1800" dirty="0">
                <a:solidFill>
                  <a:srgbClr val="8B949E"/>
                </a:solidFill>
              </a:rPr>
              <a:t>Polling vs Interrupt vs DMA — Quando usar cada abordagem</a:t>
            </a:r>
          </a:p>
        </p:txBody>
      </p:sp>
    </p:spTree>
    <p:extLst>
      <p:ext uri="{BB962C8B-B14F-4D97-AF65-F5344CB8AC3E}">
        <p14:creationId xmlns:p14="http://schemas.microsoft.com/office/powerpoint/2010/main" val="35968975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1A6FD5-D7ED-E785-640C-7F39E3086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pt-BR" sz="2800" b="1" dirty="0">
                <a:solidFill>
                  <a:srgbClr val="F0F0F0"/>
                </a:solidFill>
              </a:rPr>
              <a:t>Comparação: Polling vs Interrupt vs DMA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F030EC84-FA9C-437C-B6BB-EDFCBF40A7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514099"/>
              </p:ext>
            </p:extLst>
          </p:nvPr>
        </p:nvGraphicFramePr>
        <p:xfrm>
          <a:off x="635000" y="1841500"/>
          <a:ext cx="10922000" cy="431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0500">
                  <a:extLst>
                    <a:ext uri="{9D8B030D-6E8A-4147-A177-3AD203B41FA5}">
                      <a16:colId xmlns:a16="http://schemas.microsoft.com/office/drawing/2014/main" val="686768818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3946571610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1398688475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4006914928"/>
                    </a:ext>
                  </a:extLst>
                </a:gridCol>
              </a:tblGrid>
              <a:tr h="616857">
                <a:tc>
                  <a:txBody>
                    <a:bodyPr/>
                    <a:lstStyle/>
                    <a:p>
                      <a:pPr algn="ctr"/>
                      <a:r>
                        <a:rPr lang="pt-BR" sz="1400" b="1">
                          <a:solidFill>
                            <a:srgbClr val="C9D1D9"/>
                          </a:solidFill>
                        </a:rPr>
                        <a:t>Critério</a:t>
                      </a:r>
                    </a:p>
                  </a:txBody>
                  <a:tcPr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1">
                          <a:solidFill>
                            <a:srgbClr val="F78166"/>
                          </a:solidFill>
                        </a:rPr>
                        <a:t>Polling</a:t>
                      </a:r>
                    </a:p>
                  </a:txBody>
                  <a:tcPr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1">
                          <a:solidFill>
                            <a:srgbClr val="FFA657"/>
                          </a:solidFill>
                        </a:rPr>
                        <a:t>Interrupção</a:t>
                      </a:r>
                    </a:p>
                  </a:txBody>
                  <a:tcPr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1">
                          <a:solidFill>
                            <a:srgbClr val="3FB950"/>
                          </a:solidFill>
                        </a:rPr>
                        <a:t>DMA</a:t>
                      </a:r>
                    </a:p>
                  </a:txBody>
                  <a:tcPr anchor="ctr"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2698542"/>
                  </a:ext>
                </a:extLst>
              </a:tr>
              <a:tr h="616857">
                <a:tc>
                  <a:txBody>
                    <a:bodyPr/>
                    <a:lstStyle/>
                    <a:p>
                      <a:pPr algn="l"/>
                      <a:r>
                        <a:rPr lang="pt-BR" sz="1400" b="1">
                          <a:solidFill>
                            <a:srgbClr val="C9D1D9"/>
                          </a:solidFill>
                        </a:rPr>
                        <a:t>CPU Overhead</a:t>
                      </a:r>
                    </a:p>
                  </a:txBody>
                  <a:tcPr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0">
                          <a:solidFill>
                            <a:srgbClr val="C9D1D9"/>
                          </a:solidFill>
                        </a:rPr>
                        <a:t>Muito alto (~100%)</a:t>
                      </a:r>
                    </a:p>
                  </a:txBody>
                  <a:tcPr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0">
                          <a:solidFill>
                            <a:srgbClr val="C9D1D9"/>
                          </a:solidFill>
                        </a:rPr>
                        <a:t>Médio (~20-40%)</a:t>
                      </a:r>
                    </a:p>
                  </a:txBody>
                  <a:tcPr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0">
                          <a:solidFill>
                            <a:srgbClr val="3FB950"/>
                          </a:solidFill>
                        </a:rPr>
                        <a:t>Mínimo (~0%)</a:t>
                      </a:r>
                    </a:p>
                  </a:txBody>
                  <a:tcPr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15064"/>
                  </a:ext>
                </a:extLst>
              </a:tr>
              <a:tr h="616857">
                <a:tc>
                  <a:txBody>
                    <a:bodyPr/>
                    <a:lstStyle/>
                    <a:p>
                      <a:pPr algn="l"/>
                      <a:r>
                        <a:rPr lang="pt-BR" sz="1400" b="1">
                          <a:solidFill>
                            <a:srgbClr val="C9D1D9"/>
                          </a:solidFill>
                        </a:rPr>
                        <a:t>Throughput</a:t>
                      </a:r>
                    </a:p>
                  </a:txBody>
                  <a:tcPr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0">
                          <a:solidFill>
                            <a:srgbClr val="C9D1D9"/>
                          </a:solidFill>
                        </a:rPr>
                        <a:t>Baixo</a:t>
                      </a:r>
                    </a:p>
                  </a:txBody>
                  <a:tcPr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0">
                          <a:solidFill>
                            <a:srgbClr val="C9D1D9"/>
                          </a:solidFill>
                        </a:rPr>
                        <a:t>Médio</a:t>
                      </a:r>
                    </a:p>
                  </a:txBody>
                  <a:tcPr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0">
                          <a:solidFill>
                            <a:srgbClr val="3FB950"/>
                          </a:solidFill>
                        </a:rPr>
                        <a:t>Máximo</a:t>
                      </a:r>
                    </a:p>
                  </a:txBody>
                  <a:tcPr anchor="ctr"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0534386"/>
                  </a:ext>
                </a:extLst>
              </a:tr>
              <a:tr h="616857">
                <a:tc>
                  <a:txBody>
                    <a:bodyPr/>
                    <a:lstStyle/>
                    <a:p>
                      <a:pPr algn="l"/>
                      <a:r>
                        <a:rPr lang="pt-BR" sz="1400" b="1">
                          <a:solidFill>
                            <a:srgbClr val="C9D1D9"/>
                          </a:solidFill>
                        </a:rPr>
                        <a:t>Latência</a:t>
                      </a:r>
                    </a:p>
                  </a:txBody>
                  <a:tcPr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0">
                          <a:solidFill>
                            <a:srgbClr val="C9D1D9"/>
                          </a:solidFill>
                        </a:rPr>
                        <a:t>Variável</a:t>
                      </a:r>
                    </a:p>
                  </a:txBody>
                  <a:tcPr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0">
                          <a:solidFill>
                            <a:srgbClr val="C9D1D9"/>
                          </a:solidFill>
                        </a:rPr>
                        <a:t>Baixa</a:t>
                      </a:r>
                    </a:p>
                  </a:txBody>
                  <a:tcPr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0">
                          <a:solidFill>
                            <a:srgbClr val="3FB950"/>
                          </a:solidFill>
                        </a:rPr>
                        <a:t>Determinística</a:t>
                      </a:r>
                    </a:p>
                  </a:txBody>
                  <a:tcPr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5941272"/>
                  </a:ext>
                </a:extLst>
              </a:tr>
              <a:tr h="616857">
                <a:tc>
                  <a:txBody>
                    <a:bodyPr/>
                    <a:lstStyle/>
                    <a:p>
                      <a:pPr algn="l"/>
                      <a:r>
                        <a:rPr lang="pt-BR" sz="1400" b="1">
                          <a:solidFill>
                            <a:srgbClr val="C9D1D9"/>
                          </a:solidFill>
                        </a:rPr>
                        <a:t>Complexidade</a:t>
                      </a:r>
                    </a:p>
                  </a:txBody>
                  <a:tcPr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0">
                          <a:solidFill>
                            <a:srgbClr val="C9D1D9"/>
                          </a:solidFill>
                        </a:rPr>
                        <a:t>Simples</a:t>
                      </a:r>
                    </a:p>
                  </a:txBody>
                  <a:tcPr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0">
                          <a:solidFill>
                            <a:srgbClr val="C9D1D9"/>
                          </a:solidFill>
                        </a:rPr>
                        <a:t>Média</a:t>
                      </a:r>
                    </a:p>
                  </a:txBody>
                  <a:tcPr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0">
                          <a:solidFill>
                            <a:srgbClr val="3FB950"/>
                          </a:solidFill>
                        </a:rPr>
                        <a:t>Maior</a:t>
                      </a:r>
                    </a:p>
                  </a:txBody>
                  <a:tcPr anchor="ctr"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1693323"/>
                  </a:ext>
                </a:extLst>
              </a:tr>
              <a:tr h="616857">
                <a:tc>
                  <a:txBody>
                    <a:bodyPr/>
                    <a:lstStyle/>
                    <a:p>
                      <a:pPr algn="l"/>
                      <a:r>
                        <a:rPr lang="pt-BR" sz="1400" b="1">
                          <a:solidFill>
                            <a:srgbClr val="C9D1D9"/>
                          </a:solidFill>
                        </a:rPr>
                        <a:t>Uso de Energia</a:t>
                      </a:r>
                    </a:p>
                  </a:txBody>
                  <a:tcPr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0">
                          <a:solidFill>
                            <a:srgbClr val="C9D1D9"/>
                          </a:solidFill>
                        </a:rPr>
                        <a:t>Alto (CPU ativa)</a:t>
                      </a:r>
                    </a:p>
                  </a:txBody>
                  <a:tcPr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0">
                          <a:solidFill>
                            <a:srgbClr val="C9D1D9"/>
                          </a:solidFill>
                        </a:rPr>
                        <a:t>Moderado</a:t>
                      </a:r>
                    </a:p>
                  </a:txBody>
                  <a:tcPr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0">
                          <a:solidFill>
                            <a:srgbClr val="3FB950"/>
                          </a:solidFill>
                        </a:rPr>
                        <a:t>Baixo</a:t>
                      </a:r>
                    </a:p>
                  </a:txBody>
                  <a:tcPr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4426053"/>
                  </a:ext>
                </a:extLst>
              </a:tr>
              <a:tr h="616857">
                <a:tc>
                  <a:txBody>
                    <a:bodyPr/>
                    <a:lstStyle/>
                    <a:p>
                      <a:pPr algn="l"/>
                      <a:r>
                        <a:rPr lang="pt-BR" sz="1400" b="1">
                          <a:solidFill>
                            <a:srgbClr val="C9D1D9"/>
                          </a:solidFill>
                        </a:rPr>
                        <a:t>Quando usar</a:t>
                      </a:r>
                    </a:p>
                  </a:txBody>
                  <a:tcPr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0">
                          <a:solidFill>
                            <a:srgbClr val="C9D1D9"/>
                          </a:solidFill>
                        </a:rPr>
                        <a:t>Protótipos</a:t>
                      </a:r>
                    </a:p>
                  </a:txBody>
                  <a:tcPr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0">
                          <a:solidFill>
                            <a:srgbClr val="C9D1D9"/>
                          </a:solidFill>
                        </a:rPr>
                        <a:t>Eventos esporádicos</a:t>
                      </a:r>
                    </a:p>
                  </a:txBody>
                  <a:tcPr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0">
                          <a:solidFill>
                            <a:srgbClr val="3FB950"/>
                          </a:solidFill>
                        </a:rPr>
                        <a:t>Alta freq. contínua</a:t>
                      </a:r>
                    </a:p>
                  </a:txBody>
                  <a:tcPr anchor="ctr"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3787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89620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AA454D-858D-7EAA-C4E6-BB7D3ED9AA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buNone/>
            </a:pPr>
            <a:r>
              <a:rPr lang="pt-BR" sz="3600" b="1" dirty="0">
                <a:solidFill>
                  <a:srgbClr val="F0F0F0"/>
                </a:solidFill>
              </a:rPr>
              <a:t>Obrigado!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D08F070-4C48-BB3A-622C-D3407519C6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buNone/>
            </a:pPr>
            <a:r>
              <a:rPr lang="pt-BR" sz="2000" dirty="0">
                <a:solidFill>
                  <a:srgbClr val="8B949E"/>
                </a:solidFill>
              </a:rPr>
              <a:t>DMA no ESP32-S3 — Liberte sua CPU</a:t>
            </a:r>
          </a:p>
          <a:p>
            <a:pPr algn="ctr">
              <a:buNone/>
            </a:pPr>
            <a:endParaRPr lang="pt-BR" sz="800" dirty="0"/>
          </a:p>
          <a:p>
            <a:pPr algn="ctr">
              <a:buNone/>
            </a:pPr>
            <a:r>
              <a:rPr lang="pt-BR" sz="1600" dirty="0">
                <a:solidFill>
                  <a:srgbClr val="58A6FF"/>
                </a:solidFill>
              </a:rPr>
              <a:t>docs.espressif.com/projects/esp-idf</a:t>
            </a:r>
          </a:p>
        </p:txBody>
      </p:sp>
    </p:spTree>
    <p:extLst>
      <p:ext uri="{BB962C8B-B14F-4D97-AF65-F5344CB8AC3E}">
        <p14:creationId xmlns:p14="http://schemas.microsoft.com/office/powerpoint/2010/main" val="208459357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 [1775430143767]">
  <a:themeElements>
    <a:clrScheme name="ESP32 DMA Dark">
      <a:dk1>
        <a:srgbClr val="F0F0F0"/>
      </a:dk1>
      <a:lt1>
        <a:srgbClr val="0D1117"/>
      </a:lt1>
      <a:dk2>
        <a:srgbClr val="B0B8C4"/>
      </a:dk2>
      <a:lt2>
        <a:srgbClr val="161B22"/>
      </a:lt2>
      <a:accent1>
        <a:srgbClr val="58A6FF"/>
      </a:accent1>
      <a:accent2>
        <a:srgbClr val="3FB950"/>
      </a:accent2>
      <a:accent3>
        <a:srgbClr val="F78166"/>
      </a:accent3>
      <a:accent4>
        <a:srgbClr val="D2A8FF"/>
      </a:accent4>
      <a:accent5>
        <a:srgbClr val="79C0FF"/>
      </a:accent5>
      <a:accent6>
        <a:srgbClr val="FFA657"/>
      </a:accent6>
      <a:hlink>
        <a:srgbClr val="467886"/>
      </a:hlink>
      <a:folHlink>
        <a:srgbClr val="96607D"/>
      </a:folHlink>
    </a:clrScheme>
    <a:fontScheme name="ESP32 Tech">
      <a:majorFont>
        <a:latin typeface="Segoe UI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E839578-0F30-49D8-98FE-AB737F93DB72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3b832163-4e65-4dba-b627-06bd09bdf0f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218</TotalTime>
  <Words>1777</Words>
  <Application>Microsoft Office PowerPoint</Application>
  <PresentationFormat>Widescreen</PresentationFormat>
  <Paragraphs>362</Paragraphs>
  <Slides>28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28</vt:i4>
      </vt:variant>
    </vt:vector>
  </HeadingPairs>
  <TitlesOfParts>
    <vt:vector size="32" baseType="lpstr">
      <vt:lpstr>Arial</vt:lpstr>
      <vt:lpstr>Consolas</vt:lpstr>
      <vt:lpstr>Segoe UI</vt:lpstr>
      <vt:lpstr>Tema do Office [1775430143767]</vt:lpstr>
      <vt:lpstr>DMA na ESP32-S3 Direct Memory Access com PlatformIO</vt:lpstr>
      <vt:lpstr>01 — Fundamentos de DMA</vt:lpstr>
      <vt:lpstr>O que é DMA?</vt:lpstr>
      <vt:lpstr>CPU-Driven vs DMA — Comparação Visual</vt:lpstr>
      <vt:lpstr>Por que DMA é Essencial?</vt:lpstr>
      <vt:lpstr>02 — Arquitetura ESP32-S3</vt:lpstr>
      <vt:lpstr>Arquitetura Interna — Visão Geral</vt:lpstr>
      <vt:lpstr>Controlador GDMA — Detalhes</vt:lpstr>
      <vt:lpstr>Integração DMA + Periféricos</vt:lpstr>
      <vt:lpstr>03 — Fluxo de Dados</vt:lpstr>
      <vt:lpstr>Fluxo Convencional (sem DMA)</vt:lpstr>
      <vt:lpstr>Fluxo com DMA — Execução Paralela</vt:lpstr>
      <vt:lpstr>Gargalos e Latência — Análise Técnica</vt:lpstr>
      <vt:lpstr>04 — Vantagens do DMA</vt:lpstr>
      <vt:lpstr>4 Pilares do DMA</vt:lpstr>
      <vt:lpstr>Exemplos de Uso do DMA</vt:lpstr>
      <vt:lpstr>05 — DMA + Leitura Analógica</vt:lpstr>
      <vt:lpstr>ADC + DMA na ESP32-S3</vt:lpstr>
      <vt:lpstr>Buffer Circular — Double Buffering</vt:lpstr>
      <vt:lpstr>06 — Configuração PlatformIO</vt:lpstr>
      <vt:lpstr>platformio.ini — Configuração Base</vt:lpstr>
      <vt:lpstr>07 — Código Prático</vt:lpstr>
      <vt:lpstr>Código — Configuração do ADC + DMA</vt:lpstr>
      <vt:lpstr>Código — Callback e Loop Principal</vt:lpstr>
      <vt:lpstr>Fluxo de Execução do Código</vt:lpstr>
      <vt:lpstr>08 — Comparativo Final</vt:lpstr>
      <vt:lpstr>Comparação: Polling vs Interrupt vs DMA</vt:lpstr>
      <vt:lpstr>Obrigado!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Josué Morais</dc:creator>
  <cp:lastModifiedBy>Josué Morais</cp:lastModifiedBy>
  <cp:revision>1</cp:revision>
  <dcterms:created xsi:type="dcterms:W3CDTF">2026-04-05T19:46:02Z</dcterms:created>
  <dcterms:modified xsi:type="dcterms:W3CDTF">2026-04-05T23:24:18Z</dcterms:modified>
</cp:coreProperties>
</file>